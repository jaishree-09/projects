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Lst>
  <p:sldSz cy="6858000" cx="12192000"/>
  <p:notesSz cx="6858000" cy="9144000"/>
  <p:embeddedFontLst>
    <p:embeddedFont>
      <p:font typeface="Manrope"/>
      <p:regular r:id="rId32"/>
      <p:bold r:id="rId33"/>
    </p:embeddedFont>
    <p:embeddedFont>
      <p:font typeface="Quattrocento Sans"/>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8" roundtripDataSignature="AMtx7mj+iCpeeAXGSUCQ0E4nmU4w6pry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font" Target="fonts/Manrope-bold.fntdata"/><Relationship Id="rId10" Type="http://schemas.openxmlformats.org/officeDocument/2006/relationships/slide" Target="slides/slide6.xml"/><Relationship Id="rId32" Type="http://schemas.openxmlformats.org/officeDocument/2006/relationships/font" Target="fonts/Manrope-regular.fntdata"/><Relationship Id="rId13" Type="http://schemas.openxmlformats.org/officeDocument/2006/relationships/slide" Target="slides/slide9.xml"/><Relationship Id="rId35" Type="http://schemas.openxmlformats.org/officeDocument/2006/relationships/font" Target="fonts/QuattrocentoSans-bold.fntdata"/><Relationship Id="rId12" Type="http://schemas.openxmlformats.org/officeDocument/2006/relationships/slide" Target="slides/slide8.xml"/><Relationship Id="rId34" Type="http://schemas.openxmlformats.org/officeDocument/2006/relationships/font" Target="fonts/QuattrocentoSans-regular.fntdata"/><Relationship Id="rId15" Type="http://schemas.openxmlformats.org/officeDocument/2006/relationships/slide" Target="slides/slide11.xml"/><Relationship Id="rId37" Type="http://schemas.openxmlformats.org/officeDocument/2006/relationships/font" Target="fonts/QuattrocentoSans-boldItalic.fntdata"/><Relationship Id="rId14" Type="http://schemas.openxmlformats.org/officeDocument/2006/relationships/slide" Target="slides/slide10.xml"/><Relationship Id="rId36" Type="http://schemas.openxmlformats.org/officeDocument/2006/relationships/font" Target="fonts/QuattrocentoSans-italic.fntdata"/><Relationship Id="rId17" Type="http://schemas.openxmlformats.org/officeDocument/2006/relationships/slide" Target="slides/slide13.xml"/><Relationship Id="rId16" Type="http://schemas.openxmlformats.org/officeDocument/2006/relationships/slide" Target="slides/slide12.xml"/><Relationship Id="rId38" Type="http://customschemas.google.com/relationships/presentationmetadata" Target="metadata"/><Relationship Id="rId19" Type="http://schemas.openxmlformats.org/officeDocument/2006/relationships/slide" Target="slides/slide15.xml"/><Relationship Id="rId18"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oleObject" Target="Book1"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[Book1]Sheet2!PivotTable1</c:name>
    <c:fmtId val="7"/>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Activeness</a:t>
            </a:r>
            <a:r>
              <a:rPr lang="en-US" baseline="0"/>
              <a:t> Of User On Weekly Basis</a:t>
            </a:r>
            <a:endParaRPr lang="en-US"/>
          </a:p>
        </c:rich>
      </c:tx>
      <c:overlay val="0"/>
      <c:spPr>
        <a:noFill/>
        <a:ln>
          <a:noFill/>
        </a:ln>
        <a:effectLst/>
      </c:spPr>
    </c:title>
    <c:autoTitleDeleted val="0"/>
    <c:pivotFmts>
      <c:pivotFmt>
        <c:idx val="0"/>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2"/>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3"/>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4"/>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5"/>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6"/>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7"/>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8"/>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9"/>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0"/>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1"/>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2"/>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3"/>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4"/>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5"/>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6"/>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7"/>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8"/>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9"/>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20"/>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21"/>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22"/>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23"/>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24"/>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25"/>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26"/>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27"/>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28"/>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29"/>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30"/>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31"/>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32"/>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33"/>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34"/>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35"/>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36"/>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37"/>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38"/>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39"/>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40"/>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41"/>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42"/>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43"/>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44"/>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45"/>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46"/>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47"/>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48"/>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49"/>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50"/>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51"/>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52"/>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53"/>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54"/>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55"/>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56"/>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57"/>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58"/>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59"/>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60"/>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61"/>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62"/>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63"/>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64"/>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65"/>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66"/>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67"/>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68"/>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69"/>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70"/>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71"/>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72"/>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73"/>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74"/>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75"/>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76"/>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77"/>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78"/>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79"/>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80"/>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81"/>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82"/>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83"/>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84"/>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85"/>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86"/>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87"/>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88"/>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89"/>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90"/>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91"/>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92"/>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93"/>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94"/>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95"/>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96"/>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97"/>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98"/>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99"/>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00"/>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01"/>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02"/>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03"/>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04"/>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05"/>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06"/>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07"/>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08"/>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09"/>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10"/>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11"/>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12"/>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13"/>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14"/>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15"/>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16"/>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17"/>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18"/>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19"/>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20"/>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21"/>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22"/>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23"/>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24"/>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25"/>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26"/>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27"/>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28"/>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29"/>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30"/>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31"/>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32"/>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33"/>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34"/>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35"/>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36"/>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37"/>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38"/>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39"/>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40"/>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41"/>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42"/>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43"/>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44"/>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45"/>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46"/>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47"/>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48"/>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49"/>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50"/>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51"/>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52"/>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53"/>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54"/>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55"/>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56"/>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57"/>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58"/>
        <c:spPr>
          <a:solidFill>
            <a:schemeClr val="accent1"/>
          </a:solidFill>
          <a:ln w="19050">
            <a:solidFill>
              <a:schemeClr val="lt1"/>
            </a:solidFill>
          </a:ln>
          <a:effectLst/>
        </c:spPr>
        <c:marker>
          <c:symbol val="none"/>
        </c:marker>
        <c:dLbl>
          <c:idx val="0"/>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1"/>
          <c:showVal val="0"/>
          <c:showCatName val="0"/>
          <c:showSerName val="0"/>
          <c:showPercent val="1"/>
          <c:showBubbleSize val="0"/>
          <c:extLst>
            <c:ext xmlns:c15="http://schemas.microsoft.com/office/drawing/2012/chart" uri="{CE6537A1-D6FC-4f65-9D91-7224C49458BB}">
              <c15:spPr xmlns:c15="http://schemas.microsoft.com/office/drawing/2012/chart">
                <a:prstGeom prst="rect">
                  <a:avLst/>
                </a:prstGeom>
              </c15:spPr>
            </c:ext>
          </c:extLst>
        </c:dLbl>
      </c:pivotFmt>
      <c:pivotFmt>
        <c:idx val="159"/>
        <c:spPr>
          <a:solidFill>
            <a:schemeClr val="accent1"/>
          </a:solidFill>
          <a:ln w="19050">
            <a:solidFill>
              <a:schemeClr val="lt1"/>
            </a:solidFill>
          </a:ln>
          <a:effectLst/>
        </c:spPr>
      </c:pivotFmt>
      <c:pivotFmt>
        <c:idx val="160"/>
        <c:spPr>
          <a:solidFill>
            <a:schemeClr val="accent1"/>
          </a:solidFill>
          <a:ln w="19050">
            <a:solidFill>
              <a:schemeClr val="lt1"/>
            </a:solidFill>
          </a:ln>
          <a:effectLst/>
        </c:spPr>
      </c:pivotFmt>
      <c:pivotFmt>
        <c:idx val="161"/>
        <c:spPr>
          <a:solidFill>
            <a:schemeClr val="accent1"/>
          </a:solidFill>
          <a:ln w="19050">
            <a:solidFill>
              <a:schemeClr val="lt1"/>
            </a:solidFill>
          </a:ln>
          <a:effectLst/>
        </c:spPr>
      </c:pivotFmt>
      <c:pivotFmt>
        <c:idx val="162"/>
        <c:spPr>
          <a:solidFill>
            <a:schemeClr val="accent1"/>
          </a:solidFill>
          <a:ln w="19050">
            <a:solidFill>
              <a:schemeClr val="lt1"/>
            </a:solidFill>
          </a:ln>
          <a:effectLst/>
        </c:spPr>
      </c:pivotFmt>
      <c:pivotFmt>
        <c:idx val="163"/>
        <c:spPr>
          <a:solidFill>
            <a:schemeClr val="accent1"/>
          </a:solidFill>
          <a:ln w="19050">
            <a:solidFill>
              <a:schemeClr val="lt1"/>
            </a:solidFill>
          </a:ln>
          <a:effectLst/>
        </c:spPr>
      </c:pivotFmt>
      <c:pivotFmt>
        <c:idx val="164"/>
        <c:spPr>
          <a:solidFill>
            <a:schemeClr val="accent1"/>
          </a:solidFill>
          <a:ln w="19050">
            <a:solidFill>
              <a:schemeClr val="lt1"/>
            </a:solidFill>
          </a:ln>
          <a:effectLst/>
        </c:spPr>
      </c:pivotFmt>
      <c:pivotFmt>
        <c:idx val="165"/>
        <c:spPr>
          <a:solidFill>
            <a:schemeClr val="accent1"/>
          </a:solidFill>
          <a:ln w="19050">
            <a:solidFill>
              <a:schemeClr val="lt1"/>
            </a:solidFill>
          </a:ln>
          <a:effectLst/>
        </c:spPr>
      </c:pivotFmt>
      <c:pivotFmt>
        <c:idx val="166"/>
        <c:spPr>
          <a:solidFill>
            <a:schemeClr val="accent1"/>
          </a:solidFill>
          <a:ln w="19050">
            <a:solidFill>
              <a:schemeClr val="lt1"/>
            </a:solidFill>
          </a:ln>
          <a:effectLst/>
        </c:spPr>
      </c:pivotFmt>
      <c:pivotFmt>
        <c:idx val="167"/>
        <c:spPr>
          <a:solidFill>
            <a:schemeClr val="accent1"/>
          </a:solidFill>
          <a:ln w="19050">
            <a:solidFill>
              <a:schemeClr val="lt1"/>
            </a:solidFill>
          </a:ln>
          <a:effectLst/>
        </c:spPr>
      </c:pivotFmt>
      <c:pivotFmt>
        <c:idx val="168"/>
        <c:spPr>
          <a:solidFill>
            <a:schemeClr val="accent1"/>
          </a:solidFill>
          <a:ln w="19050">
            <a:solidFill>
              <a:schemeClr val="lt1"/>
            </a:solidFill>
          </a:ln>
          <a:effectLst/>
        </c:spPr>
      </c:pivotFmt>
      <c:pivotFmt>
        <c:idx val="169"/>
        <c:spPr>
          <a:solidFill>
            <a:schemeClr val="accent1"/>
          </a:solidFill>
          <a:ln w="19050">
            <a:solidFill>
              <a:schemeClr val="lt1"/>
            </a:solidFill>
          </a:ln>
          <a:effectLst/>
        </c:spPr>
      </c:pivotFmt>
      <c:pivotFmt>
        <c:idx val="170"/>
        <c:spPr>
          <a:solidFill>
            <a:schemeClr val="accent1"/>
          </a:solidFill>
          <a:ln w="19050">
            <a:solidFill>
              <a:schemeClr val="lt1"/>
            </a:solidFill>
          </a:ln>
          <a:effectLst/>
        </c:spPr>
      </c:pivotFmt>
      <c:pivotFmt>
        <c:idx val="171"/>
        <c:spPr>
          <a:solidFill>
            <a:schemeClr val="accent1"/>
          </a:solidFill>
          <a:ln w="19050">
            <a:solidFill>
              <a:schemeClr val="lt1"/>
            </a:solidFill>
          </a:ln>
          <a:effectLst/>
        </c:spPr>
      </c:pivotFmt>
      <c:pivotFmt>
        <c:idx val="172"/>
        <c:spPr>
          <a:solidFill>
            <a:schemeClr val="accent1"/>
          </a:solidFill>
          <a:ln w="19050">
            <a:solidFill>
              <a:schemeClr val="lt1"/>
            </a:solidFill>
          </a:ln>
          <a:effectLst/>
        </c:spPr>
      </c:pivotFmt>
      <c:pivotFmt>
        <c:idx val="173"/>
        <c:spPr>
          <a:solidFill>
            <a:schemeClr val="accent1"/>
          </a:solidFill>
          <a:ln w="19050">
            <a:solidFill>
              <a:schemeClr val="lt1"/>
            </a:solidFill>
          </a:ln>
          <a:effectLst/>
        </c:spPr>
      </c:pivotFmt>
      <c:pivotFmt>
        <c:idx val="174"/>
        <c:spPr>
          <a:solidFill>
            <a:schemeClr val="accent1"/>
          </a:solidFill>
          <a:ln w="19050">
            <a:solidFill>
              <a:schemeClr val="lt1"/>
            </a:solidFill>
          </a:ln>
          <a:effectLst/>
        </c:spPr>
      </c:pivotFmt>
      <c:pivotFmt>
        <c:idx val="175"/>
        <c:spPr>
          <a:solidFill>
            <a:schemeClr val="accent1"/>
          </a:solidFill>
          <a:ln w="19050">
            <a:solidFill>
              <a:schemeClr val="lt1"/>
            </a:solidFill>
          </a:ln>
          <a:effectLst/>
        </c:spPr>
      </c:pivotFmt>
      <c:pivotFmt>
        <c:idx val="176"/>
        <c:spPr>
          <a:solidFill>
            <a:schemeClr val="accent1"/>
          </a:solidFill>
          <a:ln w="19050">
            <a:solidFill>
              <a:schemeClr val="lt1"/>
            </a:solidFill>
          </a:ln>
          <a:effectLst/>
        </c:spPr>
      </c:pivotFmt>
      <c:pivotFmt>
        <c:idx val="177"/>
        <c:spPr>
          <a:solidFill>
            <a:schemeClr val="accent1"/>
          </a:solidFill>
          <a:ln w="19050">
            <a:solidFill>
              <a:schemeClr val="lt1"/>
            </a:solidFill>
          </a:ln>
          <a:effectLst/>
        </c:spPr>
      </c:pivotFmt>
      <c:pivotFmt>
        <c:idx val="178"/>
        <c:spPr>
          <a:solidFill>
            <a:schemeClr val="accent1"/>
          </a:solidFill>
          <a:ln w="19050">
            <a:solidFill>
              <a:schemeClr val="lt1"/>
            </a:solidFill>
          </a:ln>
          <a:effectLst/>
        </c:spPr>
      </c:pivotFmt>
      <c:pivotFmt>
        <c:idx val="179"/>
        <c:spPr>
          <a:solidFill>
            <a:schemeClr val="accent1"/>
          </a:solidFill>
          <a:ln w="19050">
            <a:solidFill>
              <a:schemeClr val="lt1"/>
            </a:solidFill>
          </a:ln>
          <a:effectLst/>
        </c:spPr>
      </c:pivotFmt>
      <c:pivotFmt>
        <c:idx val="180"/>
        <c:spPr>
          <a:solidFill>
            <a:schemeClr val="accent1"/>
          </a:solidFill>
          <a:ln w="19050">
            <a:solidFill>
              <a:schemeClr val="lt1"/>
            </a:solidFill>
          </a:ln>
          <a:effectLst/>
        </c:spPr>
      </c:pivotFmt>
      <c:pivotFmt>
        <c:idx val="181"/>
        <c:spPr>
          <a:solidFill>
            <a:schemeClr val="accent1"/>
          </a:solidFill>
          <a:ln w="19050">
            <a:solidFill>
              <a:schemeClr val="lt1"/>
            </a:solidFill>
          </a:ln>
          <a:effectLst/>
        </c:spPr>
      </c:pivotFmt>
      <c:pivotFmt>
        <c:idx val="182"/>
        <c:spPr>
          <a:solidFill>
            <a:schemeClr val="accent1"/>
          </a:solidFill>
          <a:ln w="19050">
            <a:solidFill>
              <a:schemeClr val="lt1"/>
            </a:solidFill>
          </a:ln>
          <a:effectLst/>
        </c:spPr>
      </c:pivotFmt>
      <c:pivotFmt>
        <c:idx val="183"/>
        <c:spPr>
          <a:solidFill>
            <a:schemeClr val="accent1"/>
          </a:solidFill>
          <a:ln w="19050">
            <a:solidFill>
              <a:schemeClr val="lt1"/>
            </a:solidFill>
          </a:ln>
          <a:effectLst/>
        </c:spPr>
      </c:pivotFmt>
      <c:pivotFmt>
        <c:idx val="184"/>
        <c:spPr>
          <a:solidFill>
            <a:schemeClr val="accent1"/>
          </a:solidFill>
          <a:ln w="19050">
            <a:solidFill>
              <a:schemeClr val="lt1"/>
            </a:solidFill>
          </a:ln>
          <a:effectLst/>
        </c:spPr>
      </c:pivotFmt>
      <c:pivotFmt>
        <c:idx val="185"/>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186"/>
        <c:spPr>
          <a:solidFill>
            <a:schemeClr val="accent1"/>
          </a:solidFill>
          <a:ln w="19050">
            <a:solidFill>
              <a:schemeClr val="lt1"/>
            </a:solidFill>
          </a:ln>
          <a:effectLst/>
        </c:spPr>
      </c:pivotFmt>
      <c:pivotFmt>
        <c:idx val="187"/>
        <c:spPr>
          <a:solidFill>
            <a:schemeClr val="accent1"/>
          </a:solidFill>
          <a:ln w="19050">
            <a:solidFill>
              <a:schemeClr val="lt1"/>
            </a:solidFill>
          </a:ln>
          <a:effectLst/>
        </c:spPr>
      </c:pivotFmt>
      <c:pivotFmt>
        <c:idx val="188"/>
        <c:spPr>
          <a:solidFill>
            <a:schemeClr val="accent1"/>
          </a:solidFill>
          <a:ln w="19050">
            <a:solidFill>
              <a:schemeClr val="lt1"/>
            </a:solidFill>
          </a:ln>
          <a:effectLst/>
        </c:spPr>
      </c:pivotFmt>
      <c:pivotFmt>
        <c:idx val="189"/>
        <c:spPr>
          <a:solidFill>
            <a:schemeClr val="accent1"/>
          </a:solidFill>
          <a:ln w="19050">
            <a:solidFill>
              <a:schemeClr val="lt1"/>
            </a:solidFill>
          </a:ln>
          <a:effectLst/>
        </c:spPr>
      </c:pivotFmt>
      <c:pivotFmt>
        <c:idx val="190"/>
        <c:spPr>
          <a:solidFill>
            <a:schemeClr val="accent1"/>
          </a:solidFill>
          <a:ln w="19050">
            <a:solidFill>
              <a:schemeClr val="lt1"/>
            </a:solidFill>
          </a:ln>
          <a:effectLst/>
        </c:spPr>
      </c:pivotFmt>
      <c:pivotFmt>
        <c:idx val="191"/>
        <c:spPr>
          <a:solidFill>
            <a:schemeClr val="accent1"/>
          </a:solidFill>
          <a:ln w="19050">
            <a:solidFill>
              <a:schemeClr val="lt1"/>
            </a:solidFill>
          </a:ln>
          <a:effectLst/>
        </c:spPr>
      </c:pivotFmt>
      <c:pivotFmt>
        <c:idx val="192"/>
        <c:spPr>
          <a:solidFill>
            <a:schemeClr val="accent1"/>
          </a:solidFill>
          <a:ln w="19050">
            <a:solidFill>
              <a:schemeClr val="lt1"/>
            </a:solidFill>
          </a:ln>
          <a:effectLst/>
        </c:spPr>
      </c:pivotFmt>
      <c:pivotFmt>
        <c:idx val="193"/>
        <c:spPr>
          <a:solidFill>
            <a:schemeClr val="accent1"/>
          </a:solidFill>
          <a:ln w="19050">
            <a:solidFill>
              <a:schemeClr val="lt1"/>
            </a:solidFill>
          </a:ln>
          <a:effectLst/>
        </c:spPr>
      </c:pivotFmt>
      <c:pivotFmt>
        <c:idx val="194"/>
        <c:spPr>
          <a:solidFill>
            <a:schemeClr val="accent1"/>
          </a:solidFill>
          <a:ln w="19050">
            <a:solidFill>
              <a:schemeClr val="lt1"/>
            </a:solidFill>
          </a:ln>
          <a:effectLst/>
        </c:spPr>
      </c:pivotFmt>
      <c:pivotFmt>
        <c:idx val="195"/>
        <c:spPr>
          <a:solidFill>
            <a:schemeClr val="accent1"/>
          </a:solidFill>
          <a:ln w="19050">
            <a:solidFill>
              <a:schemeClr val="lt1"/>
            </a:solidFill>
          </a:ln>
          <a:effectLst/>
        </c:spPr>
      </c:pivotFmt>
      <c:pivotFmt>
        <c:idx val="196"/>
        <c:spPr>
          <a:solidFill>
            <a:schemeClr val="accent1"/>
          </a:solidFill>
          <a:ln w="19050">
            <a:solidFill>
              <a:schemeClr val="lt1"/>
            </a:solidFill>
          </a:ln>
          <a:effectLst/>
        </c:spPr>
      </c:pivotFmt>
      <c:pivotFmt>
        <c:idx val="197"/>
        <c:spPr>
          <a:solidFill>
            <a:schemeClr val="accent1"/>
          </a:solidFill>
          <a:ln w="19050">
            <a:solidFill>
              <a:schemeClr val="lt1"/>
            </a:solidFill>
          </a:ln>
          <a:effectLst/>
        </c:spPr>
      </c:pivotFmt>
      <c:pivotFmt>
        <c:idx val="198"/>
        <c:spPr>
          <a:solidFill>
            <a:schemeClr val="accent1"/>
          </a:solidFill>
          <a:ln w="19050">
            <a:solidFill>
              <a:schemeClr val="lt1"/>
            </a:solidFill>
          </a:ln>
          <a:effectLst/>
        </c:spPr>
      </c:pivotFmt>
      <c:pivotFmt>
        <c:idx val="199"/>
        <c:spPr>
          <a:solidFill>
            <a:schemeClr val="accent1"/>
          </a:solidFill>
          <a:ln w="19050">
            <a:solidFill>
              <a:schemeClr val="lt1"/>
            </a:solidFill>
          </a:ln>
          <a:effectLst/>
        </c:spPr>
      </c:pivotFmt>
      <c:pivotFmt>
        <c:idx val="200"/>
        <c:spPr>
          <a:solidFill>
            <a:schemeClr val="accent1"/>
          </a:solidFill>
          <a:ln w="19050">
            <a:solidFill>
              <a:schemeClr val="lt1"/>
            </a:solidFill>
          </a:ln>
          <a:effectLst/>
        </c:spPr>
      </c:pivotFmt>
      <c:pivotFmt>
        <c:idx val="201"/>
        <c:spPr>
          <a:solidFill>
            <a:schemeClr val="accent1"/>
          </a:solidFill>
          <a:ln w="19050">
            <a:solidFill>
              <a:schemeClr val="lt1"/>
            </a:solidFill>
          </a:ln>
          <a:effectLst/>
        </c:spPr>
      </c:pivotFmt>
      <c:pivotFmt>
        <c:idx val="202"/>
        <c:spPr>
          <a:solidFill>
            <a:schemeClr val="accent1"/>
          </a:solidFill>
          <a:ln w="19050">
            <a:solidFill>
              <a:schemeClr val="lt1"/>
            </a:solidFill>
          </a:ln>
          <a:effectLst/>
        </c:spPr>
      </c:pivotFmt>
      <c:pivotFmt>
        <c:idx val="203"/>
        <c:spPr>
          <a:solidFill>
            <a:schemeClr val="accent1"/>
          </a:solidFill>
          <a:ln w="19050">
            <a:solidFill>
              <a:schemeClr val="lt1"/>
            </a:solidFill>
          </a:ln>
          <a:effectLst/>
        </c:spPr>
      </c:pivotFmt>
      <c:pivotFmt>
        <c:idx val="204"/>
        <c:spPr>
          <a:solidFill>
            <a:schemeClr val="accent1"/>
          </a:solidFill>
          <a:ln w="19050">
            <a:solidFill>
              <a:schemeClr val="lt1"/>
            </a:solidFill>
          </a:ln>
          <a:effectLst/>
        </c:spPr>
      </c:pivotFmt>
      <c:pivotFmt>
        <c:idx val="205"/>
        <c:spPr>
          <a:solidFill>
            <a:schemeClr val="accent1"/>
          </a:solidFill>
          <a:ln w="19050">
            <a:solidFill>
              <a:schemeClr val="lt1"/>
            </a:solidFill>
          </a:ln>
          <a:effectLst/>
        </c:spPr>
      </c:pivotFmt>
      <c:pivotFmt>
        <c:idx val="206"/>
        <c:spPr>
          <a:solidFill>
            <a:schemeClr val="accent1"/>
          </a:solidFill>
          <a:ln w="19050">
            <a:solidFill>
              <a:schemeClr val="lt1"/>
            </a:solidFill>
          </a:ln>
          <a:effectLst/>
        </c:spPr>
      </c:pivotFmt>
      <c:pivotFmt>
        <c:idx val="207"/>
        <c:spPr>
          <a:solidFill>
            <a:schemeClr val="accent1"/>
          </a:solidFill>
          <a:ln w="19050">
            <a:solidFill>
              <a:schemeClr val="lt1"/>
            </a:solidFill>
          </a:ln>
          <a:effectLst/>
        </c:spPr>
      </c:pivotFmt>
      <c:pivotFmt>
        <c:idx val="208"/>
        <c:spPr>
          <a:solidFill>
            <a:schemeClr val="accent1"/>
          </a:solidFill>
          <a:ln w="19050">
            <a:solidFill>
              <a:schemeClr val="lt1"/>
            </a:solidFill>
          </a:ln>
          <a:effectLst/>
        </c:spPr>
      </c:pivotFmt>
      <c:pivotFmt>
        <c:idx val="209"/>
        <c:spPr>
          <a:solidFill>
            <a:schemeClr val="accent1"/>
          </a:solidFill>
          <a:ln w="19050">
            <a:solidFill>
              <a:schemeClr val="lt1"/>
            </a:solidFill>
          </a:ln>
          <a:effectLst/>
        </c:spPr>
      </c:pivotFmt>
      <c:pivotFmt>
        <c:idx val="210"/>
        <c:spPr>
          <a:solidFill>
            <a:schemeClr val="accent1"/>
          </a:solidFill>
          <a:ln w="19050">
            <a:solidFill>
              <a:schemeClr val="lt1"/>
            </a:solidFill>
          </a:ln>
          <a:effectLst/>
        </c:spPr>
      </c:pivotFmt>
      <c:pivotFmt>
        <c:idx val="211"/>
        <c:spPr>
          <a:solidFill>
            <a:schemeClr val="accent1"/>
          </a:solidFill>
          <a:ln w="19050">
            <a:solidFill>
              <a:schemeClr val="lt1"/>
            </a:solidFill>
          </a:ln>
          <a:effectLst/>
        </c:spPr>
      </c:pivotFmt>
      <c:pivotFmt>
        <c:idx val="212"/>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213"/>
        <c:spPr>
          <a:solidFill>
            <a:schemeClr val="accent1"/>
          </a:solidFill>
          <a:ln w="19050">
            <a:solidFill>
              <a:schemeClr val="lt1"/>
            </a:solidFill>
          </a:ln>
          <a:effectLst/>
        </c:spPr>
      </c:pivotFmt>
      <c:pivotFmt>
        <c:idx val="214"/>
        <c:spPr>
          <a:solidFill>
            <a:schemeClr val="accent1"/>
          </a:solidFill>
          <a:ln w="19050">
            <a:solidFill>
              <a:schemeClr val="lt1"/>
            </a:solidFill>
          </a:ln>
          <a:effectLst/>
        </c:spPr>
      </c:pivotFmt>
      <c:pivotFmt>
        <c:idx val="215"/>
        <c:spPr>
          <a:solidFill>
            <a:schemeClr val="accent1"/>
          </a:solidFill>
          <a:ln w="19050">
            <a:solidFill>
              <a:schemeClr val="lt1"/>
            </a:solidFill>
          </a:ln>
          <a:effectLst/>
        </c:spPr>
      </c:pivotFmt>
      <c:pivotFmt>
        <c:idx val="216"/>
        <c:spPr>
          <a:solidFill>
            <a:schemeClr val="accent1"/>
          </a:solidFill>
          <a:ln w="19050">
            <a:solidFill>
              <a:schemeClr val="lt1"/>
            </a:solidFill>
          </a:ln>
          <a:effectLst/>
        </c:spPr>
      </c:pivotFmt>
      <c:pivotFmt>
        <c:idx val="217"/>
        <c:spPr>
          <a:solidFill>
            <a:schemeClr val="accent1"/>
          </a:solidFill>
          <a:ln w="19050">
            <a:solidFill>
              <a:schemeClr val="lt1"/>
            </a:solidFill>
          </a:ln>
          <a:effectLst/>
        </c:spPr>
      </c:pivotFmt>
      <c:pivotFmt>
        <c:idx val="218"/>
        <c:spPr>
          <a:solidFill>
            <a:schemeClr val="accent1"/>
          </a:solidFill>
          <a:ln w="19050">
            <a:solidFill>
              <a:schemeClr val="lt1"/>
            </a:solidFill>
          </a:ln>
          <a:effectLst/>
        </c:spPr>
      </c:pivotFmt>
      <c:pivotFmt>
        <c:idx val="219"/>
        <c:spPr>
          <a:solidFill>
            <a:schemeClr val="accent1"/>
          </a:solidFill>
          <a:ln w="19050">
            <a:solidFill>
              <a:schemeClr val="lt1"/>
            </a:solidFill>
          </a:ln>
          <a:effectLst/>
        </c:spPr>
      </c:pivotFmt>
      <c:pivotFmt>
        <c:idx val="220"/>
        <c:spPr>
          <a:solidFill>
            <a:schemeClr val="accent1"/>
          </a:solidFill>
          <a:ln w="19050">
            <a:solidFill>
              <a:schemeClr val="lt1"/>
            </a:solidFill>
          </a:ln>
          <a:effectLst/>
        </c:spPr>
      </c:pivotFmt>
      <c:pivotFmt>
        <c:idx val="221"/>
        <c:spPr>
          <a:solidFill>
            <a:schemeClr val="accent1"/>
          </a:solidFill>
          <a:ln w="19050">
            <a:solidFill>
              <a:schemeClr val="lt1"/>
            </a:solidFill>
          </a:ln>
          <a:effectLst/>
        </c:spPr>
      </c:pivotFmt>
      <c:pivotFmt>
        <c:idx val="222"/>
        <c:spPr>
          <a:solidFill>
            <a:schemeClr val="accent1"/>
          </a:solidFill>
          <a:ln w="19050">
            <a:solidFill>
              <a:schemeClr val="lt1"/>
            </a:solidFill>
          </a:ln>
          <a:effectLst/>
        </c:spPr>
      </c:pivotFmt>
      <c:pivotFmt>
        <c:idx val="223"/>
        <c:spPr>
          <a:solidFill>
            <a:schemeClr val="accent1"/>
          </a:solidFill>
          <a:ln w="19050">
            <a:solidFill>
              <a:schemeClr val="lt1"/>
            </a:solidFill>
          </a:ln>
          <a:effectLst/>
        </c:spPr>
      </c:pivotFmt>
      <c:pivotFmt>
        <c:idx val="224"/>
        <c:spPr>
          <a:solidFill>
            <a:schemeClr val="accent1"/>
          </a:solidFill>
          <a:ln w="19050">
            <a:solidFill>
              <a:schemeClr val="lt1"/>
            </a:solidFill>
          </a:ln>
          <a:effectLst/>
        </c:spPr>
      </c:pivotFmt>
      <c:pivotFmt>
        <c:idx val="225"/>
        <c:spPr>
          <a:solidFill>
            <a:schemeClr val="accent1"/>
          </a:solidFill>
          <a:ln w="19050">
            <a:solidFill>
              <a:schemeClr val="lt1"/>
            </a:solidFill>
          </a:ln>
          <a:effectLst/>
        </c:spPr>
      </c:pivotFmt>
      <c:pivotFmt>
        <c:idx val="226"/>
        <c:spPr>
          <a:solidFill>
            <a:schemeClr val="accent1"/>
          </a:solidFill>
          <a:ln w="19050">
            <a:solidFill>
              <a:schemeClr val="lt1"/>
            </a:solidFill>
          </a:ln>
          <a:effectLst/>
        </c:spPr>
      </c:pivotFmt>
      <c:pivotFmt>
        <c:idx val="227"/>
        <c:spPr>
          <a:solidFill>
            <a:schemeClr val="accent1"/>
          </a:solidFill>
          <a:ln w="19050">
            <a:solidFill>
              <a:schemeClr val="lt1"/>
            </a:solidFill>
          </a:ln>
          <a:effectLst/>
        </c:spPr>
      </c:pivotFmt>
      <c:pivotFmt>
        <c:idx val="228"/>
        <c:spPr>
          <a:solidFill>
            <a:schemeClr val="accent1"/>
          </a:solidFill>
          <a:ln w="19050">
            <a:solidFill>
              <a:schemeClr val="lt1"/>
            </a:solidFill>
          </a:ln>
          <a:effectLst/>
        </c:spPr>
      </c:pivotFmt>
      <c:pivotFmt>
        <c:idx val="229"/>
        <c:spPr>
          <a:solidFill>
            <a:schemeClr val="accent1"/>
          </a:solidFill>
          <a:ln w="19050">
            <a:solidFill>
              <a:schemeClr val="lt1"/>
            </a:solidFill>
          </a:ln>
          <a:effectLst/>
        </c:spPr>
      </c:pivotFmt>
      <c:pivotFmt>
        <c:idx val="230"/>
        <c:spPr>
          <a:solidFill>
            <a:schemeClr val="accent1"/>
          </a:solidFill>
          <a:ln w="19050">
            <a:solidFill>
              <a:schemeClr val="lt1"/>
            </a:solidFill>
          </a:ln>
          <a:effectLst/>
        </c:spPr>
      </c:pivotFmt>
      <c:pivotFmt>
        <c:idx val="231"/>
        <c:spPr>
          <a:solidFill>
            <a:schemeClr val="accent1"/>
          </a:solidFill>
          <a:ln w="19050">
            <a:solidFill>
              <a:schemeClr val="lt1"/>
            </a:solidFill>
          </a:ln>
          <a:effectLst/>
        </c:spPr>
      </c:pivotFmt>
      <c:pivotFmt>
        <c:idx val="232"/>
        <c:spPr>
          <a:solidFill>
            <a:schemeClr val="accent1"/>
          </a:solidFill>
          <a:ln w="19050">
            <a:solidFill>
              <a:schemeClr val="lt1"/>
            </a:solidFill>
          </a:ln>
          <a:effectLst/>
        </c:spPr>
      </c:pivotFmt>
      <c:pivotFmt>
        <c:idx val="233"/>
        <c:spPr>
          <a:solidFill>
            <a:schemeClr val="accent1"/>
          </a:solidFill>
          <a:ln w="19050">
            <a:solidFill>
              <a:schemeClr val="lt1"/>
            </a:solidFill>
          </a:ln>
          <a:effectLst/>
        </c:spPr>
      </c:pivotFmt>
      <c:pivotFmt>
        <c:idx val="234"/>
        <c:spPr>
          <a:solidFill>
            <a:schemeClr val="accent1"/>
          </a:solidFill>
          <a:ln w="19050">
            <a:solidFill>
              <a:schemeClr val="lt1"/>
            </a:solidFill>
          </a:ln>
          <a:effectLst/>
        </c:spPr>
      </c:pivotFmt>
      <c:pivotFmt>
        <c:idx val="235"/>
        <c:spPr>
          <a:solidFill>
            <a:schemeClr val="accent1"/>
          </a:solidFill>
          <a:ln w="19050">
            <a:solidFill>
              <a:schemeClr val="lt1"/>
            </a:solidFill>
          </a:ln>
          <a:effectLst/>
        </c:spPr>
      </c:pivotFmt>
      <c:pivotFmt>
        <c:idx val="236"/>
        <c:spPr>
          <a:solidFill>
            <a:schemeClr val="accent1"/>
          </a:solidFill>
          <a:ln w="19050">
            <a:solidFill>
              <a:schemeClr val="lt1"/>
            </a:solidFill>
          </a:ln>
          <a:effectLst/>
        </c:spPr>
      </c:pivotFmt>
      <c:pivotFmt>
        <c:idx val="237"/>
        <c:spPr>
          <a:solidFill>
            <a:schemeClr val="accent1"/>
          </a:solidFill>
          <a:ln w="19050">
            <a:solidFill>
              <a:schemeClr val="lt1"/>
            </a:solidFill>
          </a:ln>
          <a:effectLst/>
        </c:spPr>
      </c:pivotFmt>
      <c:pivotFmt>
        <c:idx val="238"/>
        <c:spPr>
          <a:solidFill>
            <a:schemeClr val="accent1"/>
          </a:solidFill>
          <a:ln w="19050">
            <a:solidFill>
              <a:schemeClr val="lt1"/>
            </a:solidFill>
          </a:ln>
          <a:effectLst/>
        </c:spPr>
      </c:pivotFmt>
      <c:pivotFmt>
        <c:idx val="239"/>
        <c:spPr>
          <a:solidFill>
            <a:schemeClr val="accent1"/>
          </a:solidFill>
          <a:ln w="19050">
            <a:solidFill>
              <a:schemeClr val="lt1"/>
            </a:solidFill>
          </a:ln>
          <a:effectLst/>
        </c:spPr>
        <c:marker>
          <c:symbol val="none"/>
        </c:marker>
        <c:dLbl>
          <c:idx val="0"/>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1"/>
          <c:showVal val="0"/>
          <c:showCatName val="0"/>
          <c:showSerName val="0"/>
          <c:showPercent val="1"/>
          <c:showBubbleSize val="0"/>
          <c:extLst>
            <c:ext xmlns:c15="http://schemas.microsoft.com/office/drawing/2012/chart" uri="{CE6537A1-D6FC-4f65-9D91-7224C49458BB}">
              <c15:spPr xmlns:c15="http://schemas.microsoft.com/office/drawing/2012/chart">
                <a:prstGeom prst="rect">
                  <a:avLst/>
                </a:prstGeom>
              </c15:spPr>
            </c:ext>
          </c:extLst>
        </c:dLbl>
      </c:pivotFmt>
      <c:pivotFmt>
        <c:idx val="240"/>
        <c:spPr>
          <a:solidFill>
            <a:schemeClr val="accent1"/>
          </a:solidFill>
          <a:ln w="19050">
            <a:solidFill>
              <a:schemeClr val="lt1"/>
            </a:solidFill>
          </a:ln>
          <a:effectLst/>
        </c:spPr>
      </c:pivotFmt>
      <c:pivotFmt>
        <c:idx val="241"/>
        <c:spPr>
          <a:solidFill>
            <a:schemeClr val="accent1"/>
          </a:solidFill>
          <a:ln w="19050">
            <a:solidFill>
              <a:schemeClr val="lt1"/>
            </a:solidFill>
          </a:ln>
          <a:effectLst/>
        </c:spPr>
      </c:pivotFmt>
      <c:pivotFmt>
        <c:idx val="242"/>
        <c:spPr>
          <a:solidFill>
            <a:schemeClr val="accent1"/>
          </a:solidFill>
          <a:ln w="19050">
            <a:solidFill>
              <a:schemeClr val="lt1"/>
            </a:solidFill>
          </a:ln>
          <a:effectLst/>
        </c:spPr>
      </c:pivotFmt>
      <c:pivotFmt>
        <c:idx val="243"/>
        <c:spPr>
          <a:solidFill>
            <a:schemeClr val="accent1"/>
          </a:solidFill>
          <a:ln w="19050">
            <a:solidFill>
              <a:schemeClr val="lt1"/>
            </a:solidFill>
          </a:ln>
          <a:effectLst/>
        </c:spPr>
      </c:pivotFmt>
      <c:pivotFmt>
        <c:idx val="244"/>
        <c:spPr>
          <a:solidFill>
            <a:schemeClr val="accent1"/>
          </a:solidFill>
          <a:ln w="19050">
            <a:solidFill>
              <a:schemeClr val="lt1"/>
            </a:solidFill>
          </a:ln>
          <a:effectLst/>
        </c:spPr>
      </c:pivotFmt>
      <c:pivotFmt>
        <c:idx val="245"/>
        <c:spPr>
          <a:solidFill>
            <a:schemeClr val="accent1"/>
          </a:solidFill>
          <a:ln w="19050">
            <a:solidFill>
              <a:schemeClr val="lt1"/>
            </a:solidFill>
          </a:ln>
          <a:effectLst/>
        </c:spPr>
      </c:pivotFmt>
      <c:pivotFmt>
        <c:idx val="246"/>
        <c:spPr>
          <a:solidFill>
            <a:schemeClr val="accent1"/>
          </a:solidFill>
          <a:ln w="19050">
            <a:solidFill>
              <a:schemeClr val="lt1"/>
            </a:solidFill>
          </a:ln>
          <a:effectLst/>
        </c:spPr>
      </c:pivotFmt>
      <c:pivotFmt>
        <c:idx val="247"/>
        <c:spPr>
          <a:solidFill>
            <a:schemeClr val="accent1"/>
          </a:solidFill>
          <a:ln w="19050">
            <a:solidFill>
              <a:schemeClr val="lt1"/>
            </a:solidFill>
          </a:ln>
          <a:effectLst/>
        </c:spPr>
      </c:pivotFmt>
      <c:pivotFmt>
        <c:idx val="248"/>
        <c:spPr>
          <a:solidFill>
            <a:schemeClr val="accent1"/>
          </a:solidFill>
          <a:ln w="19050">
            <a:solidFill>
              <a:schemeClr val="lt1"/>
            </a:solidFill>
          </a:ln>
          <a:effectLst/>
        </c:spPr>
      </c:pivotFmt>
      <c:pivotFmt>
        <c:idx val="249"/>
        <c:spPr>
          <a:solidFill>
            <a:schemeClr val="accent1"/>
          </a:solidFill>
          <a:ln w="19050">
            <a:solidFill>
              <a:schemeClr val="lt1"/>
            </a:solidFill>
          </a:ln>
          <a:effectLst/>
        </c:spPr>
      </c:pivotFmt>
      <c:pivotFmt>
        <c:idx val="250"/>
        <c:spPr>
          <a:solidFill>
            <a:schemeClr val="accent1"/>
          </a:solidFill>
          <a:ln w="19050">
            <a:solidFill>
              <a:schemeClr val="lt1"/>
            </a:solidFill>
          </a:ln>
          <a:effectLst/>
        </c:spPr>
      </c:pivotFmt>
      <c:pivotFmt>
        <c:idx val="251"/>
        <c:spPr>
          <a:solidFill>
            <a:schemeClr val="accent1"/>
          </a:solidFill>
          <a:ln w="19050">
            <a:solidFill>
              <a:schemeClr val="lt1"/>
            </a:solidFill>
          </a:ln>
          <a:effectLst/>
        </c:spPr>
      </c:pivotFmt>
      <c:pivotFmt>
        <c:idx val="252"/>
        <c:spPr>
          <a:solidFill>
            <a:schemeClr val="accent1"/>
          </a:solidFill>
          <a:ln w="19050">
            <a:solidFill>
              <a:schemeClr val="lt1"/>
            </a:solidFill>
          </a:ln>
          <a:effectLst/>
        </c:spPr>
      </c:pivotFmt>
      <c:pivotFmt>
        <c:idx val="253"/>
        <c:spPr>
          <a:solidFill>
            <a:schemeClr val="accent1"/>
          </a:solidFill>
          <a:ln w="19050">
            <a:solidFill>
              <a:schemeClr val="lt1"/>
            </a:solidFill>
          </a:ln>
          <a:effectLst/>
        </c:spPr>
      </c:pivotFmt>
      <c:pivotFmt>
        <c:idx val="254"/>
        <c:spPr>
          <a:solidFill>
            <a:schemeClr val="accent1"/>
          </a:solidFill>
          <a:ln w="19050">
            <a:solidFill>
              <a:schemeClr val="lt1"/>
            </a:solidFill>
          </a:ln>
          <a:effectLst/>
        </c:spPr>
      </c:pivotFmt>
      <c:pivotFmt>
        <c:idx val="255"/>
        <c:spPr>
          <a:solidFill>
            <a:schemeClr val="accent1"/>
          </a:solidFill>
          <a:ln w="19050">
            <a:solidFill>
              <a:schemeClr val="lt1"/>
            </a:solidFill>
          </a:ln>
          <a:effectLst/>
        </c:spPr>
      </c:pivotFmt>
      <c:pivotFmt>
        <c:idx val="256"/>
        <c:spPr>
          <a:solidFill>
            <a:schemeClr val="accent1"/>
          </a:solidFill>
          <a:ln w="19050">
            <a:solidFill>
              <a:schemeClr val="lt1"/>
            </a:solidFill>
          </a:ln>
          <a:effectLst/>
        </c:spPr>
      </c:pivotFmt>
      <c:pivotFmt>
        <c:idx val="257"/>
        <c:spPr>
          <a:solidFill>
            <a:schemeClr val="accent1"/>
          </a:solidFill>
          <a:ln w="19050">
            <a:solidFill>
              <a:schemeClr val="lt1"/>
            </a:solidFill>
          </a:ln>
          <a:effectLst/>
        </c:spPr>
      </c:pivotFmt>
      <c:pivotFmt>
        <c:idx val="258"/>
        <c:spPr>
          <a:solidFill>
            <a:schemeClr val="accent1"/>
          </a:solidFill>
          <a:ln w="19050">
            <a:solidFill>
              <a:schemeClr val="lt1"/>
            </a:solidFill>
          </a:ln>
          <a:effectLst/>
        </c:spPr>
      </c:pivotFmt>
      <c:pivotFmt>
        <c:idx val="259"/>
        <c:spPr>
          <a:solidFill>
            <a:schemeClr val="accent1"/>
          </a:solidFill>
          <a:ln w="19050">
            <a:solidFill>
              <a:schemeClr val="lt1"/>
            </a:solidFill>
          </a:ln>
          <a:effectLst/>
        </c:spPr>
      </c:pivotFmt>
      <c:pivotFmt>
        <c:idx val="260"/>
        <c:spPr>
          <a:solidFill>
            <a:schemeClr val="accent1"/>
          </a:solidFill>
          <a:ln w="19050">
            <a:solidFill>
              <a:schemeClr val="lt1"/>
            </a:solidFill>
          </a:ln>
          <a:effectLst/>
        </c:spPr>
      </c:pivotFmt>
      <c:pivotFmt>
        <c:idx val="261"/>
        <c:spPr>
          <a:solidFill>
            <a:schemeClr val="accent1"/>
          </a:solidFill>
          <a:ln w="19050">
            <a:solidFill>
              <a:schemeClr val="lt1"/>
            </a:solidFill>
          </a:ln>
          <a:effectLst/>
        </c:spPr>
      </c:pivotFmt>
      <c:pivotFmt>
        <c:idx val="262"/>
        <c:spPr>
          <a:solidFill>
            <a:schemeClr val="accent1"/>
          </a:solidFill>
          <a:ln w="19050">
            <a:solidFill>
              <a:schemeClr val="lt1"/>
            </a:solidFill>
          </a:ln>
          <a:effectLst/>
        </c:spPr>
      </c:pivotFmt>
      <c:pivotFmt>
        <c:idx val="263"/>
        <c:spPr>
          <a:solidFill>
            <a:schemeClr val="accent1"/>
          </a:solidFill>
          <a:ln w="19050">
            <a:solidFill>
              <a:schemeClr val="lt1"/>
            </a:solidFill>
          </a:ln>
          <a:effectLst/>
        </c:spPr>
      </c:pivotFmt>
      <c:pivotFmt>
        <c:idx val="264"/>
        <c:spPr>
          <a:solidFill>
            <a:schemeClr val="accent1"/>
          </a:solidFill>
          <a:ln w="19050">
            <a:solidFill>
              <a:schemeClr val="lt1"/>
            </a:solidFill>
          </a:ln>
          <a:effectLst/>
        </c:spPr>
      </c:pivotFmt>
      <c:pivotFmt>
        <c:idx val="265"/>
        <c:spPr>
          <a:solidFill>
            <a:schemeClr val="accent1"/>
          </a:solidFill>
          <a:ln w="19050">
            <a:solidFill>
              <a:schemeClr val="lt1"/>
            </a:solidFill>
          </a:ln>
          <a:effectLst/>
        </c:spPr>
      </c:pivotFmt>
      <c:pivotFmt>
        <c:idx val="266"/>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267"/>
        <c:spPr>
          <a:solidFill>
            <a:schemeClr val="accent1"/>
          </a:solidFill>
          <a:ln w="19050">
            <a:solidFill>
              <a:schemeClr val="lt1"/>
            </a:solidFill>
          </a:ln>
          <a:effectLst/>
        </c:spPr>
      </c:pivotFmt>
      <c:pivotFmt>
        <c:idx val="268"/>
        <c:spPr>
          <a:solidFill>
            <a:schemeClr val="accent1"/>
          </a:solidFill>
          <a:ln w="19050">
            <a:solidFill>
              <a:schemeClr val="lt1"/>
            </a:solidFill>
          </a:ln>
          <a:effectLst/>
        </c:spPr>
      </c:pivotFmt>
      <c:pivotFmt>
        <c:idx val="269"/>
        <c:spPr>
          <a:solidFill>
            <a:schemeClr val="accent1"/>
          </a:solidFill>
          <a:ln w="19050">
            <a:solidFill>
              <a:schemeClr val="lt1"/>
            </a:solidFill>
          </a:ln>
          <a:effectLst/>
        </c:spPr>
      </c:pivotFmt>
      <c:pivotFmt>
        <c:idx val="270"/>
        <c:spPr>
          <a:solidFill>
            <a:schemeClr val="accent1"/>
          </a:solidFill>
          <a:ln w="19050">
            <a:solidFill>
              <a:schemeClr val="lt1"/>
            </a:solidFill>
          </a:ln>
          <a:effectLst/>
        </c:spPr>
      </c:pivotFmt>
      <c:pivotFmt>
        <c:idx val="271"/>
        <c:spPr>
          <a:solidFill>
            <a:schemeClr val="accent1"/>
          </a:solidFill>
          <a:ln w="19050">
            <a:solidFill>
              <a:schemeClr val="lt1"/>
            </a:solidFill>
          </a:ln>
          <a:effectLst/>
        </c:spPr>
      </c:pivotFmt>
      <c:pivotFmt>
        <c:idx val="272"/>
        <c:spPr>
          <a:solidFill>
            <a:schemeClr val="accent1"/>
          </a:solidFill>
          <a:ln w="19050">
            <a:solidFill>
              <a:schemeClr val="lt1"/>
            </a:solidFill>
          </a:ln>
          <a:effectLst/>
        </c:spPr>
      </c:pivotFmt>
      <c:pivotFmt>
        <c:idx val="273"/>
        <c:spPr>
          <a:solidFill>
            <a:schemeClr val="accent1"/>
          </a:solidFill>
          <a:ln w="19050">
            <a:solidFill>
              <a:schemeClr val="lt1"/>
            </a:solidFill>
          </a:ln>
          <a:effectLst/>
        </c:spPr>
      </c:pivotFmt>
      <c:pivotFmt>
        <c:idx val="274"/>
        <c:spPr>
          <a:solidFill>
            <a:schemeClr val="accent1"/>
          </a:solidFill>
          <a:ln w="19050">
            <a:solidFill>
              <a:schemeClr val="lt1"/>
            </a:solidFill>
          </a:ln>
          <a:effectLst/>
        </c:spPr>
      </c:pivotFmt>
      <c:pivotFmt>
        <c:idx val="275"/>
        <c:spPr>
          <a:solidFill>
            <a:schemeClr val="accent1"/>
          </a:solidFill>
          <a:ln w="19050">
            <a:solidFill>
              <a:schemeClr val="lt1"/>
            </a:solidFill>
          </a:ln>
          <a:effectLst/>
        </c:spPr>
      </c:pivotFmt>
      <c:pivotFmt>
        <c:idx val="276"/>
        <c:spPr>
          <a:solidFill>
            <a:schemeClr val="accent1"/>
          </a:solidFill>
          <a:ln w="19050">
            <a:solidFill>
              <a:schemeClr val="lt1"/>
            </a:solidFill>
          </a:ln>
          <a:effectLst/>
        </c:spPr>
      </c:pivotFmt>
      <c:pivotFmt>
        <c:idx val="277"/>
        <c:spPr>
          <a:solidFill>
            <a:schemeClr val="accent1"/>
          </a:solidFill>
          <a:ln w="19050">
            <a:solidFill>
              <a:schemeClr val="lt1"/>
            </a:solidFill>
          </a:ln>
          <a:effectLst/>
        </c:spPr>
      </c:pivotFmt>
      <c:pivotFmt>
        <c:idx val="278"/>
        <c:spPr>
          <a:solidFill>
            <a:schemeClr val="accent1"/>
          </a:solidFill>
          <a:ln w="19050">
            <a:solidFill>
              <a:schemeClr val="lt1"/>
            </a:solidFill>
          </a:ln>
          <a:effectLst/>
        </c:spPr>
      </c:pivotFmt>
      <c:pivotFmt>
        <c:idx val="279"/>
        <c:spPr>
          <a:solidFill>
            <a:schemeClr val="accent1"/>
          </a:solidFill>
          <a:ln w="19050">
            <a:solidFill>
              <a:schemeClr val="lt1"/>
            </a:solidFill>
          </a:ln>
          <a:effectLst/>
        </c:spPr>
      </c:pivotFmt>
      <c:pivotFmt>
        <c:idx val="280"/>
        <c:spPr>
          <a:solidFill>
            <a:schemeClr val="accent1"/>
          </a:solidFill>
          <a:ln w="19050">
            <a:solidFill>
              <a:schemeClr val="lt1"/>
            </a:solidFill>
          </a:ln>
          <a:effectLst/>
        </c:spPr>
      </c:pivotFmt>
      <c:pivotFmt>
        <c:idx val="281"/>
        <c:spPr>
          <a:solidFill>
            <a:schemeClr val="accent1"/>
          </a:solidFill>
          <a:ln w="19050">
            <a:solidFill>
              <a:schemeClr val="lt1"/>
            </a:solidFill>
          </a:ln>
          <a:effectLst/>
        </c:spPr>
      </c:pivotFmt>
      <c:pivotFmt>
        <c:idx val="282"/>
        <c:spPr>
          <a:solidFill>
            <a:schemeClr val="accent1"/>
          </a:solidFill>
          <a:ln w="19050">
            <a:solidFill>
              <a:schemeClr val="lt1"/>
            </a:solidFill>
          </a:ln>
          <a:effectLst/>
        </c:spPr>
      </c:pivotFmt>
      <c:pivotFmt>
        <c:idx val="283"/>
        <c:spPr>
          <a:solidFill>
            <a:schemeClr val="accent1"/>
          </a:solidFill>
          <a:ln w="19050">
            <a:solidFill>
              <a:schemeClr val="lt1"/>
            </a:solidFill>
          </a:ln>
          <a:effectLst/>
        </c:spPr>
      </c:pivotFmt>
      <c:pivotFmt>
        <c:idx val="284"/>
        <c:spPr>
          <a:solidFill>
            <a:schemeClr val="accent1"/>
          </a:solidFill>
          <a:ln w="19050">
            <a:solidFill>
              <a:schemeClr val="lt1"/>
            </a:solidFill>
          </a:ln>
          <a:effectLst/>
        </c:spPr>
      </c:pivotFmt>
      <c:pivotFmt>
        <c:idx val="285"/>
        <c:spPr>
          <a:solidFill>
            <a:schemeClr val="accent1"/>
          </a:solidFill>
          <a:ln w="19050">
            <a:solidFill>
              <a:schemeClr val="lt1"/>
            </a:solidFill>
          </a:ln>
          <a:effectLst/>
        </c:spPr>
      </c:pivotFmt>
      <c:pivotFmt>
        <c:idx val="286"/>
        <c:spPr>
          <a:solidFill>
            <a:schemeClr val="accent1"/>
          </a:solidFill>
          <a:ln w="19050">
            <a:solidFill>
              <a:schemeClr val="lt1"/>
            </a:solidFill>
          </a:ln>
          <a:effectLst/>
        </c:spPr>
      </c:pivotFmt>
      <c:pivotFmt>
        <c:idx val="287"/>
        <c:spPr>
          <a:solidFill>
            <a:schemeClr val="accent1"/>
          </a:solidFill>
          <a:ln w="19050">
            <a:solidFill>
              <a:schemeClr val="lt1"/>
            </a:solidFill>
          </a:ln>
          <a:effectLst/>
        </c:spPr>
      </c:pivotFmt>
      <c:pivotFmt>
        <c:idx val="288"/>
        <c:spPr>
          <a:solidFill>
            <a:schemeClr val="accent1"/>
          </a:solidFill>
          <a:ln w="19050">
            <a:solidFill>
              <a:schemeClr val="lt1"/>
            </a:solidFill>
          </a:ln>
          <a:effectLst/>
        </c:spPr>
      </c:pivotFmt>
      <c:pivotFmt>
        <c:idx val="289"/>
        <c:spPr>
          <a:solidFill>
            <a:schemeClr val="accent1"/>
          </a:solidFill>
          <a:ln w="19050">
            <a:solidFill>
              <a:schemeClr val="lt1"/>
            </a:solidFill>
          </a:ln>
          <a:effectLst/>
        </c:spPr>
      </c:pivotFmt>
      <c:pivotFmt>
        <c:idx val="290"/>
        <c:spPr>
          <a:solidFill>
            <a:schemeClr val="accent1"/>
          </a:solidFill>
          <a:ln w="19050">
            <a:solidFill>
              <a:schemeClr val="lt1"/>
            </a:solidFill>
          </a:ln>
          <a:effectLst/>
        </c:spPr>
      </c:pivotFmt>
      <c:pivotFmt>
        <c:idx val="291"/>
        <c:spPr>
          <a:solidFill>
            <a:schemeClr val="accent1"/>
          </a:solidFill>
          <a:ln w="19050">
            <a:solidFill>
              <a:schemeClr val="lt1"/>
            </a:solidFill>
          </a:ln>
          <a:effectLst/>
        </c:spPr>
      </c:pivotFmt>
      <c:pivotFmt>
        <c:idx val="292"/>
        <c:spPr>
          <a:solidFill>
            <a:schemeClr val="accent1"/>
          </a:solidFill>
          <a:ln w="19050">
            <a:solidFill>
              <a:schemeClr val="lt1"/>
            </a:solidFill>
          </a:ln>
          <a:effectLst/>
        </c:spPr>
      </c:pivotFmt>
      <c:pivotFmt>
        <c:idx val="293"/>
        <c:spPr>
          <a:solidFill>
            <a:schemeClr val="accent1"/>
          </a:solidFill>
          <a:ln w="19050">
            <a:solidFill>
              <a:schemeClr val="lt1"/>
            </a:solidFill>
          </a:ln>
          <a:effectLst/>
        </c:spPr>
        <c:marker>
          <c:symbol val="none"/>
        </c:marker>
        <c:dLbl>
          <c:idx val="0"/>
          <c:delete val="1"/>
          <c:extLst>
            <c:ext xmlns:c15="http://schemas.microsoft.com/office/drawing/2012/chart" uri="{CE6537A1-D6FC-4f65-9D91-7224C49458BB}"/>
          </c:extLst>
        </c:dLbl>
      </c:pivotFmt>
      <c:pivotFmt>
        <c:idx val="294"/>
        <c:spPr>
          <a:solidFill>
            <a:schemeClr val="accent1"/>
          </a:solidFill>
          <a:ln w="19050">
            <a:solidFill>
              <a:schemeClr val="lt1"/>
            </a:solidFill>
          </a:ln>
          <a:effectLst/>
        </c:spPr>
      </c:pivotFmt>
      <c:pivotFmt>
        <c:idx val="295"/>
        <c:spPr>
          <a:solidFill>
            <a:schemeClr val="accent1"/>
          </a:solidFill>
          <a:ln w="19050">
            <a:solidFill>
              <a:schemeClr val="lt1"/>
            </a:solidFill>
          </a:ln>
          <a:effectLst/>
        </c:spPr>
      </c:pivotFmt>
      <c:pivotFmt>
        <c:idx val="296"/>
        <c:spPr>
          <a:solidFill>
            <a:schemeClr val="accent1"/>
          </a:solidFill>
          <a:ln w="19050">
            <a:solidFill>
              <a:schemeClr val="lt1"/>
            </a:solidFill>
          </a:ln>
          <a:effectLst/>
        </c:spPr>
      </c:pivotFmt>
      <c:pivotFmt>
        <c:idx val="297"/>
        <c:spPr>
          <a:solidFill>
            <a:schemeClr val="accent1"/>
          </a:solidFill>
          <a:ln w="19050">
            <a:solidFill>
              <a:schemeClr val="lt1"/>
            </a:solidFill>
          </a:ln>
          <a:effectLst/>
        </c:spPr>
      </c:pivotFmt>
      <c:pivotFmt>
        <c:idx val="298"/>
        <c:spPr>
          <a:solidFill>
            <a:schemeClr val="accent1"/>
          </a:solidFill>
          <a:ln w="19050">
            <a:solidFill>
              <a:schemeClr val="lt1"/>
            </a:solidFill>
          </a:ln>
          <a:effectLst/>
        </c:spPr>
      </c:pivotFmt>
      <c:pivotFmt>
        <c:idx val="299"/>
        <c:spPr>
          <a:solidFill>
            <a:schemeClr val="accent1"/>
          </a:solidFill>
          <a:ln w="19050">
            <a:solidFill>
              <a:schemeClr val="lt1"/>
            </a:solidFill>
          </a:ln>
          <a:effectLst/>
        </c:spPr>
      </c:pivotFmt>
      <c:pivotFmt>
        <c:idx val="300"/>
        <c:spPr>
          <a:solidFill>
            <a:schemeClr val="accent1"/>
          </a:solidFill>
          <a:ln w="19050">
            <a:solidFill>
              <a:schemeClr val="lt1"/>
            </a:solidFill>
          </a:ln>
          <a:effectLst/>
        </c:spPr>
      </c:pivotFmt>
      <c:pivotFmt>
        <c:idx val="301"/>
        <c:spPr>
          <a:solidFill>
            <a:schemeClr val="accent1"/>
          </a:solidFill>
          <a:ln w="19050">
            <a:solidFill>
              <a:schemeClr val="lt1"/>
            </a:solidFill>
          </a:ln>
          <a:effectLst/>
        </c:spPr>
      </c:pivotFmt>
      <c:pivotFmt>
        <c:idx val="302"/>
        <c:spPr>
          <a:solidFill>
            <a:schemeClr val="accent1"/>
          </a:solidFill>
          <a:ln w="19050">
            <a:solidFill>
              <a:schemeClr val="lt1"/>
            </a:solidFill>
          </a:ln>
          <a:effectLst/>
        </c:spPr>
      </c:pivotFmt>
      <c:pivotFmt>
        <c:idx val="303"/>
        <c:spPr>
          <a:solidFill>
            <a:schemeClr val="accent1"/>
          </a:solidFill>
          <a:ln w="19050">
            <a:solidFill>
              <a:schemeClr val="lt1"/>
            </a:solidFill>
          </a:ln>
          <a:effectLst/>
        </c:spPr>
      </c:pivotFmt>
      <c:pivotFmt>
        <c:idx val="304"/>
        <c:spPr>
          <a:solidFill>
            <a:schemeClr val="accent1"/>
          </a:solidFill>
          <a:ln w="19050">
            <a:solidFill>
              <a:schemeClr val="lt1"/>
            </a:solidFill>
          </a:ln>
          <a:effectLst/>
        </c:spPr>
      </c:pivotFmt>
      <c:pivotFmt>
        <c:idx val="305"/>
        <c:spPr>
          <a:solidFill>
            <a:schemeClr val="accent1"/>
          </a:solidFill>
          <a:ln w="19050">
            <a:solidFill>
              <a:schemeClr val="lt1"/>
            </a:solidFill>
          </a:ln>
          <a:effectLst/>
        </c:spPr>
      </c:pivotFmt>
      <c:pivotFmt>
        <c:idx val="306"/>
        <c:spPr>
          <a:solidFill>
            <a:schemeClr val="accent1"/>
          </a:solidFill>
          <a:ln w="19050">
            <a:solidFill>
              <a:schemeClr val="lt1"/>
            </a:solidFill>
          </a:ln>
          <a:effectLst/>
        </c:spPr>
      </c:pivotFmt>
      <c:pivotFmt>
        <c:idx val="307"/>
        <c:spPr>
          <a:solidFill>
            <a:schemeClr val="accent1"/>
          </a:solidFill>
          <a:ln w="19050">
            <a:solidFill>
              <a:schemeClr val="lt1"/>
            </a:solidFill>
          </a:ln>
          <a:effectLst/>
        </c:spPr>
      </c:pivotFmt>
      <c:pivotFmt>
        <c:idx val="308"/>
        <c:spPr>
          <a:solidFill>
            <a:schemeClr val="accent1"/>
          </a:solidFill>
          <a:ln w="19050">
            <a:solidFill>
              <a:schemeClr val="lt1"/>
            </a:solidFill>
          </a:ln>
          <a:effectLst/>
        </c:spPr>
      </c:pivotFmt>
      <c:pivotFmt>
        <c:idx val="309"/>
        <c:spPr>
          <a:solidFill>
            <a:schemeClr val="accent1"/>
          </a:solidFill>
          <a:ln w="19050">
            <a:solidFill>
              <a:schemeClr val="lt1"/>
            </a:solidFill>
          </a:ln>
          <a:effectLst/>
        </c:spPr>
      </c:pivotFmt>
      <c:pivotFmt>
        <c:idx val="310"/>
        <c:spPr>
          <a:solidFill>
            <a:schemeClr val="accent1"/>
          </a:solidFill>
          <a:ln w="19050">
            <a:solidFill>
              <a:schemeClr val="lt1"/>
            </a:solidFill>
          </a:ln>
          <a:effectLst/>
        </c:spPr>
      </c:pivotFmt>
      <c:pivotFmt>
        <c:idx val="311"/>
        <c:spPr>
          <a:solidFill>
            <a:schemeClr val="accent1"/>
          </a:solidFill>
          <a:ln w="19050">
            <a:solidFill>
              <a:schemeClr val="lt1"/>
            </a:solidFill>
          </a:ln>
          <a:effectLst/>
        </c:spPr>
      </c:pivotFmt>
      <c:pivotFmt>
        <c:idx val="312"/>
        <c:spPr>
          <a:solidFill>
            <a:schemeClr val="accent1"/>
          </a:solidFill>
          <a:ln w="19050">
            <a:solidFill>
              <a:schemeClr val="lt1"/>
            </a:solidFill>
          </a:ln>
          <a:effectLst/>
        </c:spPr>
      </c:pivotFmt>
      <c:pivotFmt>
        <c:idx val="313"/>
        <c:spPr>
          <a:solidFill>
            <a:schemeClr val="accent1"/>
          </a:solidFill>
          <a:ln w="19050">
            <a:solidFill>
              <a:schemeClr val="lt1"/>
            </a:solidFill>
          </a:ln>
          <a:effectLst/>
        </c:spPr>
      </c:pivotFmt>
      <c:pivotFmt>
        <c:idx val="314"/>
        <c:spPr>
          <a:solidFill>
            <a:schemeClr val="accent1"/>
          </a:solidFill>
          <a:ln w="19050">
            <a:solidFill>
              <a:schemeClr val="lt1"/>
            </a:solidFill>
          </a:ln>
          <a:effectLst/>
        </c:spPr>
      </c:pivotFmt>
      <c:pivotFmt>
        <c:idx val="315"/>
        <c:spPr>
          <a:solidFill>
            <a:schemeClr val="accent1"/>
          </a:solidFill>
          <a:ln w="19050">
            <a:solidFill>
              <a:schemeClr val="lt1"/>
            </a:solidFill>
          </a:ln>
          <a:effectLst/>
        </c:spPr>
      </c:pivotFmt>
      <c:pivotFmt>
        <c:idx val="316"/>
        <c:spPr>
          <a:solidFill>
            <a:schemeClr val="accent1"/>
          </a:solidFill>
          <a:ln w="19050">
            <a:solidFill>
              <a:schemeClr val="lt1"/>
            </a:solidFill>
          </a:ln>
          <a:effectLst/>
        </c:spPr>
      </c:pivotFmt>
      <c:pivotFmt>
        <c:idx val="317"/>
        <c:spPr>
          <a:solidFill>
            <a:schemeClr val="accent1"/>
          </a:solidFill>
          <a:ln w="19050">
            <a:solidFill>
              <a:schemeClr val="lt1"/>
            </a:solidFill>
          </a:ln>
          <a:effectLst/>
        </c:spPr>
      </c:pivotFmt>
      <c:pivotFmt>
        <c:idx val="318"/>
        <c:spPr>
          <a:solidFill>
            <a:schemeClr val="accent1"/>
          </a:solidFill>
          <a:ln w="19050">
            <a:solidFill>
              <a:schemeClr val="lt1"/>
            </a:solidFill>
          </a:ln>
          <a:effectLst/>
        </c:spPr>
      </c:pivotFmt>
      <c:pivotFmt>
        <c:idx val="319"/>
        <c:spPr>
          <a:solidFill>
            <a:schemeClr val="accent1"/>
          </a:solidFill>
          <a:ln w="19050">
            <a:solidFill>
              <a:schemeClr val="lt1"/>
            </a:solidFill>
          </a:ln>
          <a:effectLst/>
        </c:spPr>
      </c:pivotFmt>
    </c:pivotFmts>
    <c:plotArea>
      <c:layout/>
      <c:pieChart>
        <c:varyColors val="1"/>
        <c:ser>
          <c:idx val="0"/>
          <c:order val="0"/>
          <c:tx>
            <c:strRef>
              <c:f>Sheet2!$B$5</c:f>
              <c:strCache>
                <c:ptCount val="1"/>
                <c:pt idx="0">
                  <c:v>Max of User Count</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789-4A61-98A1-5946032663C2}"/>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8789-4A61-98A1-5946032663C2}"/>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8789-4A61-98A1-5946032663C2}"/>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8789-4A61-98A1-5946032663C2}"/>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8789-4A61-98A1-5946032663C2}"/>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8789-4A61-98A1-5946032663C2}"/>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8789-4A61-98A1-5946032663C2}"/>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8789-4A61-98A1-5946032663C2}"/>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8789-4A61-98A1-5946032663C2}"/>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13-8789-4A61-98A1-5946032663C2}"/>
              </c:ext>
            </c:extLst>
          </c:dPt>
          <c:dPt>
            <c:idx val="10"/>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15-8789-4A61-98A1-5946032663C2}"/>
              </c:ext>
            </c:extLst>
          </c:dPt>
          <c:dPt>
            <c:idx val="11"/>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017-8789-4A61-98A1-5946032663C2}"/>
              </c:ext>
            </c:extLst>
          </c:dPt>
          <c:dPt>
            <c:idx val="12"/>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19-8789-4A61-98A1-5946032663C2}"/>
              </c:ext>
            </c:extLst>
          </c:dPt>
          <c:dPt>
            <c:idx val="13"/>
            <c:bubble3D val="0"/>
            <c:spPr>
              <a:solidFill>
                <a:schemeClr val="accent2">
                  <a:lumMod val="80000"/>
                  <a:lumOff val="20000"/>
                </a:schemeClr>
              </a:solidFill>
              <a:ln w="19050">
                <a:solidFill>
                  <a:schemeClr val="lt1"/>
                </a:solidFill>
              </a:ln>
              <a:effectLst/>
            </c:spPr>
            <c:extLst>
              <c:ext xmlns:c16="http://schemas.microsoft.com/office/drawing/2014/chart" uri="{C3380CC4-5D6E-409C-BE32-E72D297353CC}">
                <c16:uniqueId val="{0000001B-8789-4A61-98A1-5946032663C2}"/>
              </c:ext>
            </c:extLst>
          </c:dPt>
          <c:dPt>
            <c:idx val="14"/>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01D-8789-4A61-98A1-5946032663C2}"/>
              </c:ext>
            </c:extLst>
          </c:dPt>
          <c:dPt>
            <c:idx val="15"/>
            <c:bubble3D val="0"/>
            <c:spPr>
              <a:solidFill>
                <a:schemeClr val="accent4">
                  <a:lumMod val="80000"/>
                  <a:lumOff val="20000"/>
                </a:schemeClr>
              </a:solidFill>
              <a:ln w="19050">
                <a:solidFill>
                  <a:schemeClr val="lt1"/>
                </a:solidFill>
              </a:ln>
              <a:effectLst/>
            </c:spPr>
            <c:extLst>
              <c:ext xmlns:c16="http://schemas.microsoft.com/office/drawing/2014/chart" uri="{C3380CC4-5D6E-409C-BE32-E72D297353CC}">
                <c16:uniqueId val="{0000001F-8789-4A61-98A1-5946032663C2}"/>
              </c:ext>
            </c:extLst>
          </c:dPt>
          <c:dPt>
            <c:idx val="16"/>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021-8789-4A61-98A1-5946032663C2}"/>
              </c:ext>
            </c:extLst>
          </c:dPt>
          <c:dPt>
            <c:idx val="17"/>
            <c:bubble3D val="0"/>
            <c:spPr>
              <a:solidFill>
                <a:schemeClr val="accent6">
                  <a:lumMod val="80000"/>
                  <a:lumOff val="20000"/>
                </a:schemeClr>
              </a:solidFill>
              <a:ln w="19050">
                <a:solidFill>
                  <a:schemeClr val="lt1"/>
                </a:solidFill>
              </a:ln>
              <a:effectLst/>
            </c:spPr>
            <c:extLst>
              <c:ext xmlns:c16="http://schemas.microsoft.com/office/drawing/2014/chart" uri="{C3380CC4-5D6E-409C-BE32-E72D297353CC}">
                <c16:uniqueId val="{00000023-8789-4A61-98A1-5946032663C2}"/>
              </c:ext>
            </c:extLst>
          </c:dPt>
          <c:dPt>
            <c:idx val="18"/>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025-8789-4A61-98A1-5946032663C2}"/>
              </c:ext>
            </c:extLst>
          </c:dPt>
          <c:dPt>
            <c:idx val="19"/>
            <c:bubble3D val="0"/>
            <c:spPr>
              <a:solidFill>
                <a:schemeClr val="accent2">
                  <a:lumMod val="80000"/>
                </a:schemeClr>
              </a:solidFill>
              <a:ln w="19050">
                <a:solidFill>
                  <a:schemeClr val="lt1"/>
                </a:solidFill>
              </a:ln>
              <a:effectLst/>
            </c:spPr>
            <c:extLst>
              <c:ext xmlns:c16="http://schemas.microsoft.com/office/drawing/2014/chart" uri="{C3380CC4-5D6E-409C-BE32-E72D297353CC}">
                <c16:uniqueId val="{00000027-8789-4A61-98A1-5946032663C2}"/>
              </c:ext>
            </c:extLst>
          </c:dPt>
          <c:dPt>
            <c:idx val="20"/>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029-8789-4A61-98A1-5946032663C2}"/>
              </c:ext>
            </c:extLst>
          </c:dPt>
          <c:dPt>
            <c:idx val="21"/>
            <c:bubble3D val="0"/>
            <c:spPr>
              <a:solidFill>
                <a:schemeClr val="accent4">
                  <a:lumMod val="80000"/>
                </a:schemeClr>
              </a:solidFill>
              <a:ln w="19050">
                <a:solidFill>
                  <a:schemeClr val="lt1"/>
                </a:solidFill>
              </a:ln>
              <a:effectLst/>
            </c:spPr>
            <c:extLst>
              <c:ext xmlns:c16="http://schemas.microsoft.com/office/drawing/2014/chart" uri="{C3380CC4-5D6E-409C-BE32-E72D297353CC}">
                <c16:uniqueId val="{0000002B-8789-4A61-98A1-5946032663C2}"/>
              </c:ext>
            </c:extLst>
          </c:dPt>
          <c:dPt>
            <c:idx val="22"/>
            <c:bubble3D val="0"/>
            <c:spPr>
              <a:solidFill>
                <a:schemeClr val="accent5">
                  <a:lumMod val="80000"/>
                </a:schemeClr>
              </a:solidFill>
              <a:ln w="19050">
                <a:solidFill>
                  <a:schemeClr val="lt1"/>
                </a:solidFill>
              </a:ln>
              <a:effectLst/>
            </c:spPr>
            <c:extLst>
              <c:ext xmlns:c16="http://schemas.microsoft.com/office/drawing/2014/chart" uri="{C3380CC4-5D6E-409C-BE32-E72D297353CC}">
                <c16:uniqueId val="{0000002D-8789-4A61-98A1-5946032663C2}"/>
              </c:ext>
            </c:extLst>
          </c:dPt>
          <c:dPt>
            <c:idx val="23"/>
            <c:bubble3D val="0"/>
            <c:spPr>
              <a:solidFill>
                <a:schemeClr val="accent6">
                  <a:lumMod val="80000"/>
                </a:schemeClr>
              </a:solidFill>
              <a:ln w="19050">
                <a:solidFill>
                  <a:schemeClr val="lt1"/>
                </a:solidFill>
              </a:ln>
              <a:effectLst/>
            </c:spPr>
            <c:extLst>
              <c:ext xmlns:c16="http://schemas.microsoft.com/office/drawing/2014/chart" uri="{C3380CC4-5D6E-409C-BE32-E72D297353CC}">
                <c16:uniqueId val="{0000002F-8789-4A61-98A1-5946032663C2}"/>
              </c:ext>
            </c:extLst>
          </c:dPt>
          <c:dPt>
            <c:idx val="24"/>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031-8789-4A61-98A1-5946032663C2}"/>
              </c:ext>
            </c:extLst>
          </c:dPt>
          <c:dPt>
            <c:idx val="25"/>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033-8789-4A61-98A1-5946032663C2}"/>
              </c:ext>
            </c:extLst>
          </c:dPt>
          <c:dLbls>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1"/>
            <c:showVal val="0"/>
            <c:showCatName val="0"/>
            <c:showSerName val="0"/>
            <c:showPercent val="1"/>
            <c:showBubbleSize val="0"/>
            <c:showLeaderLines val="0"/>
            <c:extLst>
              <c:ext xmlns:c15="http://schemas.microsoft.com/office/drawing/2012/chart" uri="{CE6537A1-D6FC-4f65-9D91-7224C49458BB}">
                <c15:spPr xmlns:c15="http://schemas.microsoft.com/office/drawing/2012/chart">
                  <a:prstGeom prst="rect">
                    <a:avLst/>
                  </a:prstGeom>
                </c15:spPr>
              </c:ext>
            </c:extLst>
          </c:dLbls>
          <c:cat>
            <c:strRef>
              <c:f>Sheet2!$A$6:$A$32</c:f>
              <c:strCache>
                <c:ptCount val="26"/>
                <c:pt idx="0">
                  <c:v>acer aspire desktop</c:v>
                </c:pt>
                <c:pt idx="1">
                  <c:v>acer aspire notebook</c:v>
                </c:pt>
                <c:pt idx="2">
                  <c:v>amazon fire phone</c:v>
                </c:pt>
                <c:pt idx="3">
                  <c:v>asus chromebook</c:v>
                </c:pt>
                <c:pt idx="4">
                  <c:v>dell inspiron desktop</c:v>
                </c:pt>
                <c:pt idx="5">
                  <c:v>dell inspiron notebook</c:v>
                </c:pt>
                <c:pt idx="6">
                  <c:v>hp pavilion desktop</c:v>
                </c:pt>
                <c:pt idx="7">
                  <c:v>htc one</c:v>
                </c:pt>
                <c:pt idx="8">
                  <c:v>ipad air</c:v>
                </c:pt>
                <c:pt idx="9">
                  <c:v>ipad mini</c:v>
                </c:pt>
                <c:pt idx="10">
                  <c:v>iphone 4s</c:v>
                </c:pt>
                <c:pt idx="11">
                  <c:v>iphone 5</c:v>
                </c:pt>
                <c:pt idx="12">
                  <c:v>iphone 5s</c:v>
                </c:pt>
                <c:pt idx="13">
                  <c:v>kindle fire</c:v>
                </c:pt>
                <c:pt idx="14">
                  <c:v>lenovo thinkpad</c:v>
                </c:pt>
                <c:pt idx="15">
                  <c:v>mac mini</c:v>
                </c:pt>
                <c:pt idx="16">
                  <c:v>macbook air</c:v>
                </c:pt>
                <c:pt idx="17">
                  <c:v>macbook pro</c:v>
                </c:pt>
                <c:pt idx="18">
                  <c:v>nexus 10</c:v>
                </c:pt>
                <c:pt idx="19">
                  <c:v>nexus 5</c:v>
                </c:pt>
                <c:pt idx="20">
                  <c:v>nexus 7</c:v>
                </c:pt>
                <c:pt idx="21">
                  <c:v>nokia lumia 635</c:v>
                </c:pt>
                <c:pt idx="22">
                  <c:v>samsumg galaxy tablet</c:v>
                </c:pt>
                <c:pt idx="23">
                  <c:v>samsung galaxy note</c:v>
                </c:pt>
                <c:pt idx="24">
                  <c:v>samsung galaxy s4</c:v>
                </c:pt>
                <c:pt idx="25">
                  <c:v>windows surface</c:v>
                </c:pt>
              </c:strCache>
            </c:strRef>
          </c:cat>
          <c:val>
            <c:numRef>
              <c:f>Sheet2!$B$6:$B$32</c:f>
              <c:numCache>
                <c:formatCode>General</c:formatCode>
                <c:ptCount val="26"/>
                <c:pt idx="0">
                  <c:v>39</c:v>
                </c:pt>
                <c:pt idx="1">
                  <c:v>63</c:v>
                </c:pt>
                <c:pt idx="2">
                  <c:v>16</c:v>
                </c:pt>
                <c:pt idx="3">
                  <c:v>62</c:v>
                </c:pt>
                <c:pt idx="4">
                  <c:v>60</c:v>
                </c:pt>
                <c:pt idx="5">
                  <c:v>127</c:v>
                </c:pt>
                <c:pt idx="6">
                  <c:v>58</c:v>
                </c:pt>
                <c:pt idx="7">
                  <c:v>31</c:v>
                </c:pt>
                <c:pt idx="8">
                  <c:v>70</c:v>
                </c:pt>
                <c:pt idx="9">
                  <c:v>43</c:v>
                </c:pt>
                <c:pt idx="10">
                  <c:v>67</c:v>
                </c:pt>
                <c:pt idx="11">
                  <c:v>163</c:v>
                </c:pt>
                <c:pt idx="12">
                  <c:v>103</c:v>
                </c:pt>
                <c:pt idx="13">
                  <c:v>37</c:v>
                </c:pt>
                <c:pt idx="14">
                  <c:v>220</c:v>
                </c:pt>
                <c:pt idx="15">
                  <c:v>32</c:v>
                </c:pt>
                <c:pt idx="16">
                  <c:v>159</c:v>
                </c:pt>
                <c:pt idx="17">
                  <c:v>322</c:v>
                </c:pt>
                <c:pt idx="18">
                  <c:v>45</c:v>
                </c:pt>
                <c:pt idx="19">
                  <c:v>103</c:v>
                </c:pt>
                <c:pt idx="20">
                  <c:v>62</c:v>
                </c:pt>
                <c:pt idx="21">
                  <c:v>43</c:v>
                </c:pt>
                <c:pt idx="22">
                  <c:v>15</c:v>
                </c:pt>
                <c:pt idx="23">
                  <c:v>20</c:v>
                </c:pt>
                <c:pt idx="24">
                  <c:v>123</c:v>
                </c:pt>
                <c:pt idx="25">
                  <c:v>33</c:v>
                </c:pt>
              </c:numCache>
            </c:numRef>
          </c:val>
          <c:extLst>
            <c:ext xmlns:c16="http://schemas.microsoft.com/office/drawing/2014/chart" uri="{C3380CC4-5D6E-409C-BE32-E72D297353CC}">
              <c16:uniqueId val="{00000034-8789-4A61-98A1-5946032663C2}"/>
            </c:ext>
          </c:extLst>
        </c:ser>
        <c:ser>
          <c:idx val="1"/>
          <c:order val="1"/>
          <c:tx>
            <c:strRef>
              <c:f>Sheet2!$C$5</c:f>
              <c:strCache>
                <c:ptCount val="1"/>
                <c:pt idx="0">
                  <c:v>Max of Week</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36-8789-4A61-98A1-5946032663C2}"/>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38-8789-4A61-98A1-5946032663C2}"/>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3A-8789-4A61-98A1-5946032663C2}"/>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3C-8789-4A61-98A1-5946032663C2}"/>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3E-8789-4A61-98A1-5946032663C2}"/>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40-8789-4A61-98A1-5946032663C2}"/>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42-8789-4A61-98A1-5946032663C2}"/>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44-8789-4A61-98A1-5946032663C2}"/>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46-8789-4A61-98A1-5946032663C2}"/>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48-8789-4A61-98A1-5946032663C2}"/>
              </c:ext>
            </c:extLst>
          </c:dPt>
          <c:dPt>
            <c:idx val="10"/>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4A-8789-4A61-98A1-5946032663C2}"/>
              </c:ext>
            </c:extLst>
          </c:dPt>
          <c:dPt>
            <c:idx val="11"/>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04C-8789-4A61-98A1-5946032663C2}"/>
              </c:ext>
            </c:extLst>
          </c:dPt>
          <c:dPt>
            <c:idx val="12"/>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4E-8789-4A61-98A1-5946032663C2}"/>
              </c:ext>
            </c:extLst>
          </c:dPt>
          <c:dPt>
            <c:idx val="13"/>
            <c:bubble3D val="0"/>
            <c:spPr>
              <a:solidFill>
                <a:schemeClr val="accent2">
                  <a:lumMod val="80000"/>
                  <a:lumOff val="20000"/>
                </a:schemeClr>
              </a:solidFill>
              <a:ln w="19050">
                <a:solidFill>
                  <a:schemeClr val="lt1"/>
                </a:solidFill>
              </a:ln>
              <a:effectLst/>
            </c:spPr>
            <c:extLst>
              <c:ext xmlns:c16="http://schemas.microsoft.com/office/drawing/2014/chart" uri="{C3380CC4-5D6E-409C-BE32-E72D297353CC}">
                <c16:uniqueId val="{00000050-8789-4A61-98A1-5946032663C2}"/>
              </c:ext>
            </c:extLst>
          </c:dPt>
          <c:dPt>
            <c:idx val="14"/>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052-8789-4A61-98A1-5946032663C2}"/>
              </c:ext>
            </c:extLst>
          </c:dPt>
          <c:dPt>
            <c:idx val="15"/>
            <c:bubble3D val="0"/>
            <c:spPr>
              <a:solidFill>
                <a:schemeClr val="accent4">
                  <a:lumMod val="80000"/>
                  <a:lumOff val="20000"/>
                </a:schemeClr>
              </a:solidFill>
              <a:ln w="19050">
                <a:solidFill>
                  <a:schemeClr val="lt1"/>
                </a:solidFill>
              </a:ln>
              <a:effectLst/>
            </c:spPr>
            <c:extLst>
              <c:ext xmlns:c16="http://schemas.microsoft.com/office/drawing/2014/chart" uri="{C3380CC4-5D6E-409C-BE32-E72D297353CC}">
                <c16:uniqueId val="{00000054-8789-4A61-98A1-5946032663C2}"/>
              </c:ext>
            </c:extLst>
          </c:dPt>
          <c:dPt>
            <c:idx val="16"/>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056-8789-4A61-98A1-5946032663C2}"/>
              </c:ext>
            </c:extLst>
          </c:dPt>
          <c:dPt>
            <c:idx val="17"/>
            <c:bubble3D val="0"/>
            <c:spPr>
              <a:solidFill>
                <a:schemeClr val="accent6">
                  <a:lumMod val="80000"/>
                  <a:lumOff val="20000"/>
                </a:schemeClr>
              </a:solidFill>
              <a:ln w="19050">
                <a:solidFill>
                  <a:schemeClr val="lt1"/>
                </a:solidFill>
              </a:ln>
              <a:effectLst/>
            </c:spPr>
            <c:extLst>
              <c:ext xmlns:c16="http://schemas.microsoft.com/office/drawing/2014/chart" uri="{C3380CC4-5D6E-409C-BE32-E72D297353CC}">
                <c16:uniqueId val="{00000058-8789-4A61-98A1-5946032663C2}"/>
              </c:ext>
            </c:extLst>
          </c:dPt>
          <c:dPt>
            <c:idx val="18"/>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05A-8789-4A61-98A1-5946032663C2}"/>
              </c:ext>
            </c:extLst>
          </c:dPt>
          <c:dPt>
            <c:idx val="19"/>
            <c:bubble3D val="0"/>
            <c:spPr>
              <a:solidFill>
                <a:schemeClr val="accent2">
                  <a:lumMod val="80000"/>
                </a:schemeClr>
              </a:solidFill>
              <a:ln w="19050">
                <a:solidFill>
                  <a:schemeClr val="lt1"/>
                </a:solidFill>
              </a:ln>
              <a:effectLst/>
            </c:spPr>
            <c:extLst>
              <c:ext xmlns:c16="http://schemas.microsoft.com/office/drawing/2014/chart" uri="{C3380CC4-5D6E-409C-BE32-E72D297353CC}">
                <c16:uniqueId val="{0000005C-8789-4A61-98A1-5946032663C2}"/>
              </c:ext>
            </c:extLst>
          </c:dPt>
          <c:dPt>
            <c:idx val="20"/>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05E-8789-4A61-98A1-5946032663C2}"/>
              </c:ext>
            </c:extLst>
          </c:dPt>
          <c:dPt>
            <c:idx val="21"/>
            <c:bubble3D val="0"/>
            <c:spPr>
              <a:solidFill>
                <a:schemeClr val="accent4">
                  <a:lumMod val="80000"/>
                </a:schemeClr>
              </a:solidFill>
              <a:ln w="19050">
                <a:solidFill>
                  <a:schemeClr val="lt1"/>
                </a:solidFill>
              </a:ln>
              <a:effectLst/>
            </c:spPr>
            <c:extLst>
              <c:ext xmlns:c16="http://schemas.microsoft.com/office/drawing/2014/chart" uri="{C3380CC4-5D6E-409C-BE32-E72D297353CC}">
                <c16:uniqueId val="{00000060-8789-4A61-98A1-5946032663C2}"/>
              </c:ext>
            </c:extLst>
          </c:dPt>
          <c:dPt>
            <c:idx val="22"/>
            <c:bubble3D val="0"/>
            <c:spPr>
              <a:solidFill>
                <a:schemeClr val="accent5">
                  <a:lumMod val="80000"/>
                </a:schemeClr>
              </a:solidFill>
              <a:ln w="19050">
                <a:solidFill>
                  <a:schemeClr val="lt1"/>
                </a:solidFill>
              </a:ln>
              <a:effectLst/>
            </c:spPr>
            <c:extLst>
              <c:ext xmlns:c16="http://schemas.microsoft.com/office/drawing/2014/chart" uri="{C3380CC4-5D6E-409C-BE32-E72D297353CC}">
                <c16:uniqueId val="{00000062-8789-4A61-98A1-5946032663C2}"/>
              </c:ext>
            </c:extLst>
          </c:dPt>
          <c:dPt>
            <c:idx val="23"/>
            <c:bubble3D val="0"/>
            <c:spPr>
              <a:solidFill>
                <a:schemeClr val="accent6">
                  <a:lumMod val="80000"/>
                </a:schemeClr>
              </a:solidFill>
              <a:ln w="19050">
                <a:solidFill>
                  <a:schemeClr val="lt1"/>
                </a:solidFill>
              </a:ln>
              <a:effectLst/>
            </c:spPr>
            <c:extLst>
              <c:ext xmlns:c16="http://schemas.microsoft.com/office/drawing/2014/chart" uri="{C3380CC4-5D6E-409C-BE32-E72D297353CC}">
                <c16:uniqueId val="{00000064-8789-4A61-98A1-5946032663C2}"/>
              </c:ext>
            </c:extLst>
          </c:dPt>
          <c:dPt>
            <c:idx val="24"/>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066-8789-4A61-98A1-5946032663C2}"/>
              </c:ext>
            </c:extLst>
          </c:dPt>
          <c:dPt>
            <c:idx val="25"/>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068-8789-4A61-98A1-5946032663C2}"/>
              </c:ext>
            </c:extLst>
          </c:dPt>
          <c:cat>
            <c:strRef>
              <c:f>Sheet2!$A$6:$A$32</c:f>
              <c:strCache>
                <c:ptCount val="26"/>
                <c:pt idx="0">
                  <c:v>acer aspire desktop</c:v>
                </c:pt>
                <c:pt idx="1">
                  <c:v>acer aspire notebook</c:v>
                </c:pt>
                <c:pt idx="2">
                  <c:v>amazon fire phone</c:v>
                </c:pt>
                <c:pt idx="3">
                  <c:v>asus chromebook</c:v>
                </c:pt>
                <c:pt idx="4">
                  <c:v>dell inspiron desktop</c:v>
                </c:pt>
                <c:pt idx="5">
                  <c:v>dell inspiron notebook</c:v>
                </c:pt>
                <c:pt idx="6">
                  <c:v>hp pavilion desktop</c:v>
                </c:pt>
                <c:pt idx="7">
                  <c:v>htc one</c:v>
                </c:pt>
                <c:pt idx="8">
                  <c:v>ipad air</c:v>
                </c:pt>
                <c:pt idx="9">
                  <c:v>ipad mini</c:v>
                </c:pt>
                <c:pt idx="10">
                  <c:v>iphone 4s</c:v>
                </c:pt>
                <c:pt idx="11">
                  <c:v>iphone 5</c:v>
                </c:pt>
                <c:pt idx="12">
                  <c:v>iphone 5s</c:v>
                </c:pt>
                <c:pt idx="13">
                  <c:v>kindle fire</c:v>
                </c:pt>
                <c:pt idx="14">
                  <c:v>lenovo thinkpad</c:v>
                </c:pt>
                <c:pt idx="15">
                  <c:v>mac mini</c:v>
                </c:pt>
                <c:pt idx="16">
                  <c:v>macbook air</c:v>
                </c:pt>
                <c:pt idx="17">
                  <c:v>macbook pro</c:v>
                </c:pt>
                <c:pt idx="18">
                  <c:v>nexus 10</c:v>
                </c:pt>
                <c:pt idx="19">
                  <c:v>nexus 5</c:v>
                </c:pt>
                <c:pt idx="20">
                  <c:v>nexus 7</c:v>
                </c:pt>
                <c:pt idx="21">
                  <c:v>nokia lumia 635</c:v>
                </c:pt>
                <c:pt idx="22">
                  <c:v>samsumg galaxy tablet</c:v>
                </c:pt>
                <c:pt idx="23">
                  <c:v>samsung galaxy note</c:v>
                </c:pt>
                <c:pt idx="24">
                  <c:v>samsung galaxy s4</c:v>
                </c:pt>
                <c:pt idx="25">
                  <c:v>windows surface</c:v>
                </c:pt>
              </c:strCache>
            </c:strRef>
          </c:cat>
          <c:val>
            <c:numRef>
              <c:f>Sheet2!$C$6:$C$32</c:f>
              <c:numCache>
                <c:formatCode>General</c:formatCode>
                <c:ptCount val="26"/>
                <c:pt idx="0">
                  <c:v>35</c:v>
                </c:pt>
                <c:pt idx="1">
                  <c:v>35</c:v>
                </c:pt>
                <c:pt idx="2">
                  <c:v>34</c:v>
                </c:pt>
                <c:pt idx="3">
                  <c:v>35</c:v>
                </c:pt>
                <c:pt idx="4">
                  <c:v>35</c:v>
                </c:pt>
                <c:pt idx="5">
                  <c:v>35</c:v>
                </c:pt>
                <c:pt idx="6">
                  <c:v>35</c:v>
                </c:pt>
                <c:pt idx="7">
                  <c:v>35</c:v>
                </c:pt>
                <c:pt idx="8">
                  <c:v>34</c:v>
                </c:pt>
                <c:pt idx="9">
                  <c:v>35</c:v>
                </c:pt>
                <c:pt idx="10">
                  <c:v>35</c:v>
                </c:pt>
                <c:pt idx="11">
                  <c:v>35</c:v>
                </c:pt>
                <c:pt idx="12">
                  <c:v>35</c:v>
                </c:pt>
                <c:pt idx="13">
                  <c:v>35</c:v>
                </c:pt>
                <c:pt idx="14">
                  <c:v>35</c:v>
                </c:pt>
                <c:pt idx="15">
                  <c:v>35</c:v>
                </c:pt>
                <c:pt idx="16">
                  <c:v>35</c:v>
                </c:pt>
                <c:pt idx="17">
                  <c:v>35</c:v>
                </c:pt>
                <c:pt idx="18">
                  <c:v>35</c:v>
                </c:pt>
                <c:pt idx="19">
                  <c:v>35</c:v>
                </c:pt>
                <c:pt idx="20">
                  <c:v>35</c:v>
                </c:pt>
                <c:pt idx="21">
                  <c:v>35</c:v>
                </c:pt>
                <c:pt idx="22">
                  <c:v>34</c:v>
                </c:pt>
                <c:pt idx="23">
                  <c:v>35</c:v>
                </c:pt>
                <c:pt idx="24">
                  <c:v>35</c:v>
                </c:pt>
                <c:pt idx="25">
                  <c:v>35</c:v>
                </c:pt>
              </c:numCache>
            </c:numRef>
          </c:val>
          <c:extLst>
            <c:ext xmlns:c16="http://schemas.microsoft.com/office/drawing/2014/chart" uri="{C3380CC4-5D6E-409C-BE32-E72D297353CC}">
              <c16:uniqueId val="{00000069-8789-4A61-98A1-5946032663C2}"/>
            </c:ext>
          </c:extLst>
        </c:ser>
        <c:ser>
          <c:idx val="2"/>
          <c:order val="2"/>
          <c:tx>
            <c:strRef>
              <c:f>Sheet2!$D$5</c:f>
              <c:strCache>
                <c:ptCount val="1"/>
                <c:pt idx="0">
                  <c:v>Max of Year</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6B-8789-4A61-98A1-5946032663C2}"/>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6D-8789-4A61-98A1-5946032663C2}"/>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6F-8789-4A61-98A1-5946032663C2}"/>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71-8789-4A61-98A1-5946032663C2}"/>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73-8789-4A61-98A1-5946032663C2}"/>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75-8789-4A61-98A1-5946032663C2}"/>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77-8789-4A61-98A1-5946032663C2}"/>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79-8789-4A61-98A1-5946032663C2}"/>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7B-8789-4A61-98A1-5946032663C2}"/>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7D-8789-4A61-98A1-5946032663C2}"/>
              </c:ext>
            </c:extLst>
          </c:dPt>
          <c:dPt>
            <c:idx val="10"/>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7F-8789-4A61-98A1-5946032663C2}"/>
              </c:ext>
            </c:extLst>
          </c:dPt>
          <c:dPt>
            <c:idx val="11"/>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081-8789-4A61-98A1-5946032663C2}"/>
              </c:ext>
            </c:extLst>
          </c:dPt>
          <c:dPt>
            <c:idx val="12"/>
            <c:bubble3D val="0"/>
            <c:spPr>
              <a:solidFill>
                <a:schemeClr val="accent1">
                  <a:lumMod val="80000"/>
                  <a:lumOff val="20000"/>
                </a:schemeClr>
              </a:solidFill>
              <a:ln w="19050">
                <a:solidFill>
                  <a:schemeClr val="lt1"/>
                </a:solidFill>
              </a:ln>
              <a:effectLst/>
            </c:spPr>
            <c:extLst>
              <c:ext xmlns:c16="http://schemas.microsoft.com/office/drawing/2014/chart" uri="{C3380CC4-5D6E-409C-BE32-E72D297353CC}">
                <c16:uniqueId val="{00000083-8789-4A61-98A1-5946032663C2}"/>
              </c:ext>
            </c:extLst>
          </c:dPt>
          <c:dPt>
            <c:idx val="13"/>
            <c:bubble3D val="0"/>
            <c:spPr>
              <a:solidFill>
                <a:schemeClr val="accent2">
                  <a:lumMod val="80000"/>
                  <a:lumOff val="20000"/>
                </a:schemeClr>
              </a:solidFill>
              <a:ln w="19050">
                <a:solidFill>
                  <a:schemeClr val="lt1"/>
                </a:solidFill>
              </a:ln>
              <a:effectLst/>
            </c:spPr>
            <c:extLst>
              <c:ext xmlns:c16="http://schemas.microsoft.com/office/drawing/2014/chart" uri="{C3380CC4-5D6E-409C-BE32-E72D297353CC}">
                <c16:uniqueId val="{00000085-8789-4A61-98A1-5946032663C2}"/>
              </c:ext>
            </c:extLst>
          </c:dPt>
          <c:dPt>
            <c:idx val="14"/>
            <c:bubble3D val="0"/>
            <c:spPr>
              <a:solidFill>
                <a:schemeClr val="accent3">
                  <a:lumMod val="80000"/>
                  <a:lumOff val="20000"/>
                </a:schemeClr>
              </a:solidFill>
              <a:ln w="19050">
                <a:solidFill>
                  <a:schemeClr val="lt1"/>
                </a:solidFill>
              </a:ln>
              <a:effectLst/>
            </c:spPr>
            <c:extLst>
              <c:ext xmlns:c16="http://schemas.microsoft.com/office/drawing/2014/chart" uri="{C3380CC4-5D6E-409C-BE32-E72D297353CC}">
                <c16:uniqueId val="{00000087-8789-4A61-98A1-5946032663C2}"/>
              </c:ext>
            </c:extLst>
          </c:dPt>
          <c:dPt>
            <c:idx val="15"/>
            <c:bubble3D val="0"/>
            <c:spPr>
              <a:solidFill>
                <a:schemeClr val="accent4">
                  <a:lumMod val="80000"/>
                  <a:lumOff val="20000"/>
                </a:schemeClr>
              </a:solidFill>
              <a:ln w="19050">
                <a:solidFill>
                  <a:schemeClr val="lt1"/>
                </a:solidFill>
              </a:ln>
              <a:effectLst/>
            </c:spPr>
            <c:extLst>
              <c:ext xmlns:c16="http://schemas.microsoft.com/office/drawing/2014/chart" uri="{C3380CC4-5D6E-409C-BE32-E72D297353CC}">
                <c16:uniqueId val="{00000089-8789-4A61-98A1-5946032663C2}"/>
              </c:ext>
            </c:extLst>
          </c:dPt>
          <c:dPt>
            <c:idx val="16"/>
            <c:bubble3D val="0"/>
            <c:spPr>
              <a:solidFill>
                <a:schemeClr val="accent5">
                  <a:lumMod val="80000"/>
                  <a:lumOff val="20000"/>
                </a:schemeClr>
              </a:solidFill>
              <a:ln w="19050">
                <a:solidFill>
                  <a:schemeClr val="lt1"/>
                </a:solidFill>
              </a:ln>
              <a:effectLst/>
            </c:spPr>
            <c:extLst>
              <c:ext xmlns:c16="http://schemas.microsoft.com/office/drawing/2014/chart" uri="{C3380CC4-5D6E-409C-BE32-E72D297353CC}">
                <c16:uniqueId val="{0000008B-8789-4A61-98A1-5946032663C2}"/>
              </c:ext>
            </c:extLst>
          </c:dPt>
          <c:dPt>
            <c:idx val="17"/>
            <c:bubble3D val="0"/>
            <c:spPr>
              <a:solidFill>
                <a:schemeClr val="accent6">
                  <a:lumMod val="80000"/>
                  <a:lumOff val="20000"/>
                </a:schemeClr>
              </a:solidFill>
              <a:ln w="19050">
                <a:solidFill>
                  <a:schemeClr val="lt1"/>
                </a:solidFill>
              </a:ln>
              <a:effectLst/>
            </c:spPr>
            <c:extLst>
              <c:ext xmlns:c16="http://schemas.microsoft.com/office/drawing/2014/chart" uri="{C3380CC4-5D6E-409C-BE32-E72D297353CC}">
                <c16:uniqueId val="{0000008D-8789-4A61-98A1-5946032663C2}"/>
              </c:ext>
            </c:extLst>
          </c:dPt>
          <c:dPt>
            <c:idx val="18"/>
            <c:bubble3D val="0"/>
            <c:spPr>
              <a:solidFill>
                <a:schemeClr val="accent1">
                  <a:lumMod val="80000"/>
                </a:schemeClr>
              </a:solidFill>
              <a:ln w="19050">
                <a:solidFill>
                  <a:schemeClr val="lt1"/>
                </a:solidFill>
              </a:ln>
              <a:effectLst/>
            </c:spPr>
            <c:extLst>
              <c:ext xmlns:c16="http://schemas.microsoft.com/office/drawing/2014/chart" uri="{C3380CC4-5D6E-409C-BE32-E72D297353CC}">
                <c16:uniqueId val="{0000008F-8789-4A61-98A1-5946032663C2}"/>
              </c:ext>
            </c:extLst>
          </c:dPt>
          <c:dPt>
            <c:idx val="19"/>
            <c:bubble3D val="0"/>
            <c:spPr>
              <a:solidFill>
                <a:schemeClr val="accent2">
                  <a:lumMod val="80000"/>
                </a:schemeClr>
              </a:solidFill>
              <a:ln w="19050">
                <a:solidFill>
                  <a:schemeClr val="lt1"/>
                </a:solidFill>
              </a:ln>
              <a:effectLst/>
            </c:spPr>
            <c:extLst>
              <c:ext xmlns:c16="http://schemas.microsoft.com/office/drawing/2014/chart" uri="{C3380CC4-5D6E-409C-BE32-E72D297353CC}">
                <c16:uniqueId val="{00000091-8789-4A61-98A1-5946032663C2}"/>
              </c:ext>
            </c:extLst>
          </c:dPt>
          <c:dPt>
            <c:idx val="20"/>
            <c:bubble3D val="0"/>
            <c:spPr>
              <a:solidFill>
                <a:schemeClr val="accent3">
                  <a:lumMod val="80000"/>
                </a:schemeClr>
              </a:solidFill>
              <a:ln w="19050">
                <a:solidFill>
                  <a:schemeClr val="lt1"/>
                </a:solidFill>
              </a:ln>
              <a:effectLst/>
            </c:spPr>
            <c:extLst>
              <c:ext xmlns:c16="http://schemas.microsoft.com/office/drawing/2014/chart" uri="{C3380CC4-5D6E-409C-BE32-E72D297353CC}">
                <c16:uniqueId val="{00000093-8789-4A61-98A1-5946032663C2}"/>
              </c:ext>
            </c:extLst>
          </c:dPt>
          <c:dPt>
            <c:idx val="21"/>
            <c:bubble3D val="0"/>
            <c:spPr>
              <a:solidFill>
                <a:schemeClr val="accent4">
                  <a:lumMod val="80000"/>
                </a:schemeClr>
              </a:solidFill>
              <a:ln w="19050">
                <a:solidFill>
                  <a:schemeClr val="lt1"/>
                </a:solidFill>
              </a:ln>
              <a:effectLst/>
            </c:spPr>
            <c:extLst>
              <c:ext xmlns:c16="http://schemas.microsoft.com/office/drawing/2014/chart" uri="{C3380CC4-5D6E-409C-BE32-E72D297353CC}">
                <c16:uniqueId val="{00000095-8789-4A61-98A1-5946032663C2}"/>
              </c:ext>
            </c:extLst>
          </c:dPt>
          <c:dPt>
            <c:idx val="22"/>
            <c:bubble3D val="0"/>
            <c:spPr>
              <a:solidFill>
                <a:schemeClr val="accent5">
                  <a:lumMod val="80000"/>
                </a:schemeClr>
              </a:solidFill>
              <a:ln w="19050">
                <a:solidFill>
                  <a:schemeClr val="lt1"/>
                </a:solidFill>
              </a:ln>
              <a:effectLst/>
            </c:spPr>
            <c:extLst>
              <c:ext xmlns:c16="http://schemas.microsoft.com/office/drawing/2014/chart" uri="{C3380CC4-5D6E-409C-BE32-E72D297353CC}">
                <c16:uniqueId val="{00000097-8789-4A61-98A1-5946032663C2}"/>
              </c:ext>
            </c:extLst>
          </c:dPt>
          <c:dPt>
            <c:idx val="23"/>
            <c:bubble3D val="0"/>
            <c:spPr>
              <a:solidFill>
                <a:schemeClr val="accent6">
                  <a:lumMod val="80000"/>
                </a:schemeClr>
              </a:solidFill>
              <a:ln w="19050">
                <a:solidFill>
                  <a:schemeClr val="lt1"/>
                </a:solidFill>
              </a:ln>
              <a:effectLst/>
            </c:spPr>
            <c:extLst>
              <c:ext xmlns:c16="http://schemas.microsoft.com/office/drawing/2014/chart" uri="{C3380CC4-5D6E-409C-BE32-E72D297353CC}">
                <c16:uniqueId val="{00000099-8789-4A61-98A1-5946032663C2}"/>
              </c:ext>
            </c:extLst>
          </c:dPt>
          <c:dPt>
            <c:idx val="24"/>
            <c:bubble3D val="0"/>
            <c:spPr>
              <a:solidFill>
                <a:schemeClr val="accent1">
                  <a:lumMod val="60000"/>
                  <a:lumOff val="40000"/>
                </a:schemeClr>
              </a:solidFill>
              <a:ln w="19050">
                <a:solidFill>
                  <a:schemeClr val="lt1"/>
                </a:solidFill>
              </a:ln>
              <a:effectLst/>
            </c:spPr>
            <c:extLst>
              <c:ext xmlns:c16="http://schemas.microsoft.com/office/drawing/2014/chart" uri="{C3380CC4-5D6E-409C-BE32-E72D297353CC}">
                <c16:uniqueId val="{0000009B-8789-4A61-98A1-5946032663C2}"/>
              </c:ext>
            </c:extLst>
          </c:dPt>
          <c:dPt>
            <c:idx val="25"/>
            <c:bubble3D val="0"/>
            <c:spPr>
              <a:solidFill>
                <a:schemeClr val="accent2">
                  <a:lumMod val="60000"/>
                  <a:lumOff val="40000"/>
                </a:schemeClr>
              </a:solidFill>
              <a:ln w="19050">
                <a:solidFill>
                  <a:schemeClr val="lt1"/>
                </a:solidFill>
              </a:ln>
              <a:effectLst/>
            </c:spPr>
            <c:extLst>
              <c:ext xmlns:c16="http://schemas.microsoft.com/office/drawing/2014/chart" uri="{C3380CC4-5D6E-409C-BE32-E72D297353CC}">
                <c16:uniqueId val="{0000009D-8789-4A61-98A1-5946032663C2}"/>
              </c:ext>
            </c:extLst>
          </c:dPt>
          <c:cat>
            <c:strRef>
              <c:f>Sheet2!$A$6:$A$32</c:f>
              <c:strCache>
                <c:ptCount val="26"/>
                <c:pt idx="0">
                  <c:v>acer aspire desktop</c:v>
                </c:pt>
                <c:pt idx="1">
                  <c:v>acer aspire notebook</c:v>
                </c:pt>
                <c:pt idx="2">
                  <c:v>amazon fire phone</c:v>
                </c:pt>
                <c:pt idx="3">
                  <c:v>asus chromebook</c:v>
                </c:pt>
                <c:pt idx="4">
                  <c:v>dell inspiron desktop</c:v>
                </c:pt>
                <c:pt idx="5">
                  <c:v>dell inspiron notebook</c:v>
                </c:pt>
                <c:pt idx="6">
                  <c:v>hp pavilion desktop</c:v>
                </c:pt>
                <c:pt idx="7">
                  <c:v>htc one</c:v>
                </c:pt>
                <c:pt idx="8">
                  <c:v>ipad air</c:v>
                </c:pt>
                <c:pt idx="9">
                  <c:v>ipad mini</c:v>
                </c:pt>
                <c:pt idx="10">
                  <c:v>iphone 4s</c:v>
                </c:pt>
                <c:pt idx="11">
                  <c:v>iphone 5</c:v>
                </c:pt>
                <c:pt idx="12">
                  <c:v>iphone 5s</c:v>
                </c:pt>
                <c:pt idx="13">
                  <c:v>kindle fire</c:v>
                </c:pt>
                <c:pt idx="14">
                  <c:v>lenovo thinkpad</c:v>
                </c:pt>
                <c:pt idx="15">
                  <c:v>mac mini</c:v>
                </c:pt>
                <c:pt idx="16">
                  <c:v>macbook air</c:v>
                </c:pt>
                <c:pt idx="17">
                  <c:v>macbook pro</c:v>
                </c:pt>
                <c:pt idx="18">
                  <c:v>nexus 10</c:v>
                </c:pt>
                <c:pt idx="19">
                  <c:v>nexus 5</c:v>
                </c:pt>
                <c:pt idx="20">
                  <c:v>nexus 7</c:v>
                </c:pt>
                <c:pt idx="21">
                  <c:v>nokia lumia 635</c:v>
                </c:pt>
                <c:pt idx="22">
                  <c:v>samsumg galaxy tablet</c:v>
                </c:pt>
                <c:pt idx="23">
                  <c:v>samsung galaxy note</c:v>
                </c:pt>
                <c:pt idx="24">
                  <c:v>samsung galaxy s4</c:v>
                </c:pt>
                <c:pt idx="25">
                  <c:v>windows surface</c:v>
                </c:pt>
              </c:strCache>
            </c:strRef>
          </c:cat>
          <c:val>
            <c:numRef>
              <c:f>Sheet2!$D$6:$D$32</c:f>
              <c:numCache>
                <c:formatCode>General</c:formatCode>
                <c:ptCount val="26"/>
                <c:pt idx="0">
                  <c:v>2014</c:v>
                </c:pt>
                <c:pt idx="1">
                  <c:v>2014</c:v>
                </c:pt>
                <c:pt idx="2">
                  <c:v>2014</c:v>
                </c:pt>
                <c:pt idx="3">
                  <c:v>2014</c:v>
                </c:pt>
                <c:pt idx="4">
                  <c:v>2014</c:v>
                </c:pt>
                <c:pt idx="5">
                  <c:v>2014</c:v>
                </c:pt>
                <c:pt idx="6">
                  <c:v>2014</c:v>
                </c:pt>
                <c:pt idx="7">
                  <c:v>2014</c:v>
                </c:pt>
                <c:pt idx="8">
                  <c:v>2014</c:v>
                </c:pt>
                <c:pt idx="9">
                  <c:v>2014</c:v>
                </c:pt>
                <c:pt idx="10">
                  <c:v>2014</c:v>
                </c:pt>
                <c:pt idx="11">
                  <c:v>2014</c:v>
                </c:pt>
                <c:pt idx="12">
                  <c:v>2014</c:v>
                </c:pt>
                <c:pt idx="13">
                  <c:v>2014</c:v>
                </c:pt>
                <c:pt idx="14">
                  <c:v>2014</c:v>
                </c:pt>
                <c:pt idx="15">
                  <c:v>2014</c:v>
                </c:pt>
                <c:pt idx="16">
                  <c:v>2014</c:v>
                </c:pt>
                <c:pt idx="17">
                  <c:v>2014</c:v>
                </c:pt>
                <c:pt idx="18">
                  <c:v>2014</c:v>
                </c:pt>
                <c:pt idx="19">
                  <c:v>2014</c:v>
                </c:pt>
                <c:pt idx="20">
                  <c:v>2014</c:v>
                </c:pt>
                <c:pt idx="21">
                  <c:v>2014</c:v>
                </c:pt>
                <c:pt idx="22">
                  <c:v>2014</c:v>
                </c:pt>
                <c:pt idx="23">
                  <c:v>2014</c:v>
                </c:pt>
                <c:pt idx="24">
                  <c:v>2014</c:v>
                </c:pt>
                <c:pt idx="25">
                  <c:v>2014</c:v>
                </c:pt>
              </c:numCache>
            </c:numRef>
          </c:val>
          <c:extLst>
            <c:ext xmlns:c16="http://schemas.microsoft.com/office/drawing/2014/chart" uri="{C3380CC4-5D6E-409C-BE32-E72D297353CC}">
              <c16:uniqueId val="{0000009E-8789-4A61-98A1-5946032663C2}"/>
            </c:ext>
          </c:extLst>
        </c:ser>
        <c:dLbls>
          <c:showLegendKey val="0"/>
          <c:showVal val="0"/>
          <c:showCatName val="0"/>
          <c:showSerName val="0"/>
          <c:showPercent val="0"/>
          <c:showBubbleSize val="0"/>
          <c:showLeaderLines val="0"/>
        </c:dLbls>
        <c:firstSliceAng val="0"/>
      </c:pieChart>
      <c:spPr>
        <a:noFill/>
        <a:ln>
          <a:noFill/>
        </a:ln>
        <a:effectLst/>
      </c:spPr>
    </c:plotArea>
    <c:legend>
      <c:legendPos val="r"/>
      <c:layout>
        <c:manualLayout>
          <c:xMode val="edge"/>
          <c:yMode val="edge"/>
          <c:x val="0.75967415294679075"/>
          <c:y val="2.0211814705526538E-2"/>
          <c:w val="0.20291428060128847"/>
          <c:h val="0.9446263441753324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accent1">
        <a:lumMod val="20000"/>
        <a:lumOff val="80000"/>
      </a:schemeClr>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3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7"/>
          <p:cNvSpPr/>
          <p:nvPr>
            <p:ph idx="2" type="pic"/>
          </p:nvPr>
        </p:nvSpPr>
        <p:spPr>
          <a:xfrm>
            <a:off x="5183188" y="987425"/>
            <a:ext cx="6172200" cy="4873625"/>
          </a:xfrm>
          <a:prstGeom prst="rect">
            <a:avLst/>
          </a:prstGeom>
          <a:noFill/>
          <a:ln>
            <a:noFill/>
          </a:ln>
        </p:spPr>
      </p:sp>
      <p:sp>
        <p:nvSpPr>
          <p:cNvPr id="64" name="Google Shape;64;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9"/>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7.png"/><Relationship Id="rId4" Type="http://schemas.openxmlformats.org/officeDocument/2006/relationships/chart" Target="../charts/char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1.png"/><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0.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hyperlink" Target="https://docs.google.com/presentation/d/1sKJh2Tx81xPTw1WK_npUcry8f3e_MyZF/edit?usp=drive_link&amp;ouid=115113743333769008943&amp;rtpof=true&amp;sd=true"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7FC"/>
            </a:gs>
            <a:gs pos="74000">
              <a:srgbClr val="A9BEE4"/>
            </a:gs>
            <a:gs pos="83000">
              <a:srgbClr val="A9BEE4"/>
            </a:gs>
            <a:gs pos="100000">
              <a:srgbClr val="C5D3ED"/>
            </a:gs>
          </a:gsLst>
          <a:lin ang="5400000" scaled="0"/>
        </a:gradFill>
      </p:bgPr>
    </p:bg>
    <p:spTree>
      <p:nvGrpSpPr>
        <p:cNvPr id="83" name="Shape 83"/>
        <p:cNvGrpSpPr/>
        <p:nvPr/>
      </p:nvGrpSpPr>
      <p:grpSpPr>
        <a:xfrm>
          <a:off x="0" y="0"/>
          <a:ext cx="0" cy="0"/>
          <a:chOff x="0" y="0"/>
          <a:chExt cx="0" cy="0"/>
        </a:xfrm>
      </p:grpSpPr>
      <p:sp>
        <p:nvSpPr>
          <p:cNvPr id="84" name="Google Shape;84;p1"/>
          <p:cNvSpPr txBox="1"/>
          <p:nvPr>
            <p:ph type="ctrTitle"/>
          </p:nvPr>
        </p:nvSpPr>
        <p:spPr>
          <a:xfrm>
            <a:off x="971763" y="817750"/>
            <a:ext cx="9979800" cy="13338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9974"/>
              <a:buFont typeface="Calibri"/>
              <a:buNone/>
            </a:pPr>
            <a:r>
              <a:t/>
            </a:r>
            <a:endParaRPr b="1" sz="4455"/>
          </a:p>
          <a:p>
            <a:pPr indent="0" lvl="0" marL="0" rtl="0" algn="ctr">
              <a:lnSpc>
                <a:spcPct val="90000"/>
              </a:lnSpc>
              <a:spcBef>
                <a:spcPts val="0"/>
              </a:spcBef>
              <a:spcAft>
                <a:spcPts val="0"/>
              </a:spcAft>
              <a:buClr>
                <a:schemeClr val="dk1"/>
              </a:buClr>
              <a:buSzPct val="109974"/>
              <a:buFont typeface="Calibri"/>
              <a:buNone/>
            </a:pPr>
            <a:r>
              <a:rPr b="1" lang="en-IN" sz="4455"/>
              <a:t>OPERATION </a:t>
            </a:r>
            <a:r>
              <a:rPr b="1" i="0" lang="en-IN" sz="4455">
                <a:latin typeface="Calibri"/>
                <a:ea typeface="Calibri"/>
                <a:cs typeface="Calibri"/>
                <a:sym typeface="Calibri"/>
              </a:rPr>
              <a:t>A</a:t>
            </a:r>
            <a:r>
              <a:rPr b="1" lang="en-IN" sz="4455"/>
              <a:t>NALYTICS AND INVESTIGATING METRIC SPIKE</a:t>
            </a:r>
            <a:br>
              <a:rPr b="1" i="0" lang="en-IN">
                <a:solidFill>
                  <a:srgbClr val="3C4858"/>
                </a:solidFill>
                <a:latin typeface="Manrope"/>
                <a:ea typeface="Manrope"/>
                <a:cs typeface="Manrope"/>
                <a:sym typeface="Manrope"/>
              </a:rPr>
            </a:br>
            <a:endParaRPr/>
          </a:p>
        </p:txBody>
      </p:sp>
      <p:sp>
        <p:nvSpPr>
          <p:cNvPr id="85" name="Google Shape;85;p1"/>
          <p:cNvSpPr txBox="1"/>
          <p:nvPr>
            <p:ph idx="1" type="subTitle"/>
          </p:nvPr>
        </p:nvSpPr>
        <p:spPr>
          <a:xfrm>
            <a:off x="1771452" y="4081492"/>
            <a:ext cx="8380429" cy="121918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pic>
        <p:nvPicPr>
          <p:cNvPr id="86" name="Google Shape;86;p1"/>
          <p:cNvPicPr preferRelativeResize="0"/>
          <p:nvPr/>
        </p:nvPicPr>
        <p:blipFill rotWithShape="1">
          <a:blip r:embed="rId3">
            <a:alphaModFix/>
          </a:blip>
          <a:srcRect b="0" l="0" r="0" t="0"/>
          <a:stretch/>
        </p:blipFill>
        <p:spPr>
          <a:xfrm>
            <a:off x="209425" y="1483775"/>
            <a:ext cx="11773152" cy="52263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7FC"/>
            </a:gs>
            <a:gs pos="74000">
              <a:srgbClr val="A9BEE4"/>
            </a:gs>
            <a:gs pos="83000">
              <a:srgbClr val="A9BEE4"/>
            </a:gs>
            <a:gs pos="100000">
              <a:srgbClr val="C5D3ED"/>
            </a:gs>
          </a:gsLst>
          <a:lin ang="5400000" scaled="0"/>
        </a:gradFill>
      </p:bgPr>
    </p:bg>
    <p:spTree>
      <p:nvGrpSpPr>
        <p:cNvPr id="90" name="Shape 90"/>
        <p:cNvGrpSpPr/>
        <p:nvPr/>
      </p:nvGrpSpPr>
      <p:grpSpPr>
        <a:xfrm>
          <a:off x="0" y="0"/>
          <a:ext cx="0" cy="0"/>
          <a:chOff x="0" y="0"/>
          <a:chExt cx="0" cy="0"/>
        </a:xfrm>
      </p:grpSpPr>
      <p:sp>
        <p:nvSpPr>
          <p:cNvPr id="91" name="Google Shape;91;p2"/>
          <p:cNvSpPr txBox="1"/>
          <p:nvPr>
            <p:ph type="title"/>
          </p:nvPr>
        </p:nvSpPr>
        <p:spPr>
          <a:xfrm>
            <a:off x="838200" y="365125"/>
            <a:ext cx="10515600" cy="252890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b="1" lang="en-IN" sz="4000">
                <a:latin typeface="Calibri"/>
                <a:ea typeface="Calibri"/>
                <a:cs typeface="Calibri"/>
                <a:sym typeface="Calibri"/>
              </a:rPr>
              <a:t>PROJECT DESCRIPTION</a:t>
            </a:r>
            <a:br>
              <a:rPr lang="en-IN" sz="1800">
                <a:latin typeface="Calibri"/>
                <a:ea typeface="Calibri"/>
                <a:cs typeface="Calibri"/>
                <a:sym typeface="Calibri"/>
              </a:rPr>
            </a:br>
            <a:endParaRPr/>
          </a:p>
        </p:txBody>
      </p:sp>
      <p:sp>
        <p:nvSpPr>
          <p:cNvPr id="92" name="Google Shape;92;p2"/>
          <p:cNvSpPr txBox="1"/>
          <p:nvPr>
            <p:ph idx="1" type="body"/>
          </p:nvPr>
        </p:nvSpPr>
        <p:spPr>
          <a:xfrm>
            <a:off x="838200" y="2026763"/>
            <a:ext cx="7214420" cy="4317475"/>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90000"/>
              </a:lnSpc>
              <a:spcBef>
                <a:spcPts val="0"/>
              </a:spcBef>
              <a:spcAft>
                <a:spcPts val="0"/>
              </a:spcAft>
              <a:buClr>
                <a:schemeClr val="dk1"/>
              </a:buClr>
              <a:buSzPct val="100000"/>
              <a:buNone/>
            </a:pPr>
            <a:r>
              <a:rPr lang="en-IN" sz="2400"/>
              <a:t>Operational Analytics is a crucial process that involves analyzing a company's end-to-end operations. This analysis helps identify areas for improvement within the company. As a Data Analyst, you'll work closely with various teams, such as operations, support, and marketing, helping them derive valuable insights from the data they collect.</a:t>
            </a:r>
            <a:br>
              <a:rPr lang="en-IN" sz="2400"/>
            </a:br>
            <a:br>
              <a:rPr lang="en-IN" sz="2400"/>
            </a:br>
            <a:r>
              <a:rPr lang="en-IN" sz="2400"/>
              <a:t>One of the key aspects of Operational Analytics is investigating metric spikes. This involves understanding and explaining sudden changes in key metrics, such as a dip in daily user engagement or a drop in sales. As a Data Analyst, you'll need to answer these questions daily, making it crucial to understand how to investigate these metric spikes.</a:t>
            </a:r>
            <a:br>
              <a:rPr lang="en-IN" sz="1800"/>
            </a:br>
            <a:br>
              <a:rPr lang="en-IN" sz="1800"/>
            </a:br>
            <a:endParaRPr/>
          </a:p>
        </p:txBody>
      </p:sp>
      <p:pic>
        <p:nvPicPr>
          <p:cNvPr id="93" name="Google Shape;93;p2"/>
          <p:cNvPicPr preferRelativeResize="0"/>
          <p:nvPr/>
        </p:nvPicPr>
        <p:blipFill rotWithShape="1">
          <a:blip r:embed="rId3">
            <a:alphaModFix/>
          </a:blip>
          <a:srcRect b="0" l="0" r="0" t="0"/>
          <a:stretch/>
        </p:blipFill>
        <p:spPr>
          <a:xfrm>
            <a:off x="8334080" y="2215300"/>
            <a:ext cx="2897171" cy="293037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7FC"/>
            </a:gs>
            <a:gs pos="74000">
              <a:srgbClr val="A9BEE4"/>
            </a:gs>
            <a:gs pos="83000">
              <a:srgbClr val="A9BEE4"/>
            </a:gs>
            <a:gs pos="100000">
              <a:srgbClr val="C5D3ED"/>
            </a:gs>
          </a:gsLst>
          <a:lin ang="5400000" scaled="0"/>
        </a:gradFill>
      </p:bgPr>
    </p:bg>
    <p:spTree>
      <p:nvGrpSpPr>
        <p:cNvPr id="97" name="Shape 97"/>
        <p:cNvGrpSpPr/>
        <p:nvPr/>
      </p:nvGrpSpPr>
      <p:grpSpPr>
        <a:xfrm>
          <a:off x="0" y="0"/>
          <a:ext cx="0" cy="0"/>
          <a:chOff x="0" y="0"/>
          <a:chExt cx="0" cy="0"/>
        </a:xfrm>
      </p:grpSpPr>
      <p:sp>
        <p:nvSpPr>
          <p:cNvPr id="98" name="Google Shape;98;p3"/>
          <p:cNvSpPr txBox="1"/>
          <p:nvPr>
            <p:ph type="title"/>
          </p:nvPr>
        </p:nvSpPr>
        <p:spPr>
          <a:xfrm>
            <a:off x="838200" y="1088795"/>
            <a:ext cx="8843128" cy="994529"/>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b="1" lang="en-IN">
                <a:latin typeface="Calibri"/>
                <a:ea typeface="Calibri"/>
                <a:cs typeface="Calibri"/>
                <a:sym typeface="Calibri"/>
              </a:rPr>
              <a:t>APPROACH</a:t>
            </a:r>
            <a:br>
              <a:rPr lang="en-IN" sz="1800">
                <a:latin typeface="Calibri"/>
                <a:ea typeface="Calibri"/>
                <a:cs typeface="Calibri"/>
                <a:sym typeface="Calibri"/>
              </a:rPr>
            </a:br>
            <a:endParaRPr/>
          </a:p>
        </p:txBody>
      </p:sp>
      <p:sp>
        <p:nvSpPr>
          <p:cNvPr id="99" name="Google Shape;99;p3"/>
          <p:cNvSpPr txBox="1"/>
          <p:nvPr>
            <p:ph idx="1" type="body"/>
          </p:nvPr>
        </p:nvSpPr>
        <p:spPr>
          <a:xfrm>
            <a:off x="744718" y="2017335"/>
            <a:ext cx="10180948" cy="3751869"/>
          </a:xfrm>
          <a:prstGeom prst="rect">
            <a:avLst/>
          </a:prstGeom>
          <a:noFill/>
          <a:ln>
            <a:noFill/>
          </a:ln>
        </p:spPr>
        <p:txBody>
          <a:bodyPr anchorCtr="0" anchor="t" bIns="45700" lIns="91425" spcFirstLastPara="1" rIns="91425" wrap="square" tIns="45700">
            <a:normAutofit lnSpcReduction="10000"/>
          </a:bodyPr>
          <a:lstStyle/>
          <a:p>
            <a:pPr indent="-50800" lvl="0" marL="228600" rtl="0" algn="l">
              <a:lnSpc>
                <a:spcPct val="90000"/>
              </a:lnSpc>
              <a:spcBef>
                <a:spcPts val="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IN"/>
              <a:t>In this project different datasets and tables are being used to analyze the data and provide valuable insights that can help improve the company's operations and understand sudden changes in key metrics.</a:t>
            </a:r>
            <a:endParaRPr/>
          </a:p>
          <a:p>
            <a:pPr indent="0" lvl="0" marL="0" rtl="0" algn="l">
              <a:lnSpc>
                <a:spcPct val="90000"/>
              </a:lnSpc>
              <a:spcBef>
                <a:spcPts val="1000"/>
              </a:spcBef>
              <a:spcAft>
                <a:spcPts val="0"/>
              </a:spcAft>
              <a:buClr>
                <a:schemeClr val="dk1"/>
              </a:buClr>
              <a:buSzPts val="2800"/>
              <a:buNone/>
            </a:pPr>
            <a:r>
              <a:rPr lang="en-IN"/>
              <a:t>Data cleaning, importing the data is done to further analyse the data to perform the given queries to  get the insights which help the operations, support, and marketing, teams to identify areas for improvement within the company.</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7FC"/>
            </a:gs>
            <a:gs pos="74000">
              <a:srgbClr val="A9BEE4"/>
            </a:gs>
            <a:gs pos="83000">
              <a:srgbClr val="A9BEE4"/>
            </a:gs>
            <a:gs pos="100000">
              <a:srgbClr val="C5D3ED"/>
            </a:gs>
          </a:gsLst>
          <a:lin ang="5400000" scaled="0"/>
        </a:gradFill>
      </p:bgPr>
    </p:bg>
    <p:spTree>
      <p:nvGrpSpPr>
        <p:cNvPr id="103" name="Shape 103"/>
        <p:cNvGrpSpPr/>
        <p:nvPr/>
      </p:nvGrpSpPr>
      <p:grpSpPr>
        <a:xfrm>
          <a:off x="0" y="0"/>
          <a:ext cx="0" cy="0"/>
          <a:chOff x="0" y="0"/>
          <a:chExt cx="0" cy="0"/>
        </a:xfrm>
      </p:grpSpPr>
      <p:sp>
        <p:nvSpPr>
          <p:cNvPr id="104" name="Google Shape;104;p4"/>
          <p:cNvSpPr txBox="1"/>
          <p:nvPr>
            <p:ph type="title"/>
          </p:nvPr>
        </p:nvSpPr>
        <p:spPr>
          <a:xfrm>
            <a:off x="838200" y="365125"/>
            <a:ext cx="9059944" cy="187845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b="1" lang="en-IN" sz="4000">
                <a:latin typeface="Calibri"/>
                <a:ea typeface="Calibri"/>
                <a:cs typeface="Calibri"/>
                <a:sym typeface="Calibri"/>
              </a:rPr>
              <a:t>T</a:t>
            </a:r>
            <a:r>
              <a:rPr b="1" lang="en-IN" sz="4000"/>
              <a:t>ECH</a:t>
            </a:r>
            <a:r>
              <a:rPr b="1" lang="en-IN" sz="4000">
                <a:latin typeface="Calibri"/>
                <a:ea typeface="Calibri"/>
                <a:cs typeface="Calibri"/>
                <a:sym typeface="Calibri"/>
              </a:rPr>
              <a:t>-</a:t>
            </a:r>
            <a:r>
              <a:rPr b="1" lang="en-IN" sz="4000"/>
              <a:t>STACK </a:t>
            </a:r>
            <a:r>
              <a:rPr b="1" lang="en-IN" sz="4000">
                <a:latin typeface="Calibri"/>
                <a:ea typeface="Calibri"/>
                <a:cs typeface="Calibri"/>
                <a:sym typeface="Calibri"/>
              </a:rPr>
              <a:t>U</a:t>
            </a:r>
            <a:r>
              <a:rPr b="1" lang="en-IN" sz="4000"/>
              <a:t>SED</a:t>
            </a:r>
            <a:br>
              <a:rPr lang="en-IN" sz="1800">
                <a:latin typeface="Calibri"/>
                <a:ea typeface="Calibri"/>
                <a:cs typeface="Calibri"/>
                <a:sym typeface="Calibri"/>
              </a:rPr>
            </a:br>
            <a:endParaRPr/>
          </a:p>
        </p:txBody>
      </p:sp>
      <p:pic>
        <p:nvPicPr>
          <p:cNvPr id="105" name="Google Shape;105;p4"/>
          <p:cNvPicPr preferRelativeResize="0"/>
          <p:nvPr>
            <p:ph idx="1" type="body"/>
          </p:nvPr>
        </p:nvPicPr>
        <p:blipFill rotWithShape="1">
          <a:blip r:embed="rId3">
            <a:alphaModFix/>
          </a:blip>
          <a:srcRect b="0" l="0" r="0" t="0"/>
          <a:stretch/>
        </p:blipFill>
        <p:spPr>
          <a:xfrm>
            <a:off x="1223128" y="2388196"/>
            <a:ext cx="2971800" cy="1671638"/>
          </a:xfrm>
          <a:prstGeom prst="rect">
            <a:avLst/>
          </a:prstGeom>
          <a:noFill/>
          <a:ln>
            <a:noFill/>
          </a:ln>
        </p:spPr>
      </p:pic>
      <p:pic>
        <p:nvPicPr>
          <p:cNvPr id="106" name="Google Shape;106;p4"/>
          <p:cNvPicPr preferRelativeResize="0"/>
          <p:nvPr/>
        </p:nvPicPr>
        <p:blipFill rotWithShape="1">
          <a:blip r:embed="rId4">
            <a:alphaModFix/>
          </a:blip>
          <a:srcRect b="0" l="0" r="0" t="0"/>
          <a:stretch/>
        </p:blipFill>
        <p:spPr>
          <a:xfrm>
            <a:off x="8412244" y="2388197"/>
            <a:ext cx="2971800" cy="1671638"/>
          </a:xfrm>
          <a:prstGeom prst="rect">
            <a:avLst/>
          </a:prstGeom>
          <a:noFill/>
          <a:ln>
            <a:noFill/>
          </a:ln>
        </p:spPr>
      </p:pic>
      <p:pic>
        <p:nvPicPr>
          <p:cNvPr id="107" name="Google Shape;107;p4"/>
          <p:cNvPicPr preferRelativeResize="0"/>
          <p:nvPr/>
        </p:nvPicPr>
        <p:blipFill rotWithShape="1">
          <a:blip r:embed="rId5">
            <a:alphaModFix/>
          </a:blip>
          <a:srcRect b="0" l="0" r="0" t="0"/>
          <a:stretch/>
        </p:blipFill>
        <p:spPr>
          <a:xfrm>
            <a:off x="4808017" y="2388196"/>
            <a:ext cx="2896432" cy="1671638"/>
          </a:xfrm>
          <a:prstGeom prst="rect">
            <a:avLst/>
          </a:prstGeom>
          <a:noFill/>
          <a:ln>
            <a:noFill/>
          </a:ln>
        </p:spPr>
      </p:pic>
      <p:sp>
        <p:nvSpPr>
          <p:cNvPr id="108" name="Google Shape;108;p4"/>
          <p:cNvSpPr txBox="1"/>
          <p:nvPr/>
        </p:nvSpPr>
        <p:spPr>
          <a:xfrm>
            <a:off x="4329947" y="4614422"/>
            <a:ext cx="4082297" cy="1477328"/>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242424"/>
              </a:buClr>
              <a:buSzPts val="1800"/>
              <a:buFont typeface="Noto Sans Symbols"/>
              <a:buChar char="❑"/>
            </a:pPr>
            <a:r>
              <a:rPr b="0" i="0" lang="en-IN" sz="1800" u="none" cap="none" strike="noStrike">
                <a:solidFill>
                  <a:srgbClr val="242424"/>
                </a:solidFill>
                <a:latin typeface="Calibri"/>
                <a:ea typeface="Calibri"/>
                <a:cs typeface="Calibri"/>
                <a:sym typeface="Calibri"/>
              </a:rPr>
              <a:t>MySQL Workbench 8.0 Community Version</a:t>
            </a:r>
            <a:endParaRPr b="0" i="0" sz="1800" u="none" cap="none" strike="noStrike">
              <a:solidFill>
                <a:srgbClr val="242424"/>
              </a:solidFill>
              <a:latin typeface="Calibri"/>
              <a:ea typeface="Calibri"/>
              <a:cs typeface="Calibri"/>
              <a:sym typeface="Calibri"/>
            </a:endParaRPr>
          </a:p>
          <a:p>
            <a:pPr indent="-285750" lvl="0" marL="285750" marR="0" rtl="0" algn="l">
              <a:spcBef>
                <a:spcPts val="0"/>
              </a:spcBef>
              <a:spcAft>
                <a:spcPts val="0"/>
              </a:spcAft>
              <a:buClr>
                <a:srgbClr val="242424"/>
              </a:buClr>
              <a:buSzPts val="1800"/>
              <a:buFont typeface="Noto Sans Symbols"/>
              <a:buChar char="❑"/>
            </a:pPr>
            <a:r>
              <a:rPr b="0" i="0" lang="en-IN" sz="1800" u="none" cap="none" strike="noStrike">
                <a:solidFill>
                  <a:srgbClr val="242424"/>
                </a:solidFill>
                <a:latin typeface="Calibri"/>
                <a:ea typeface="Calibri"/>
                <a:cs typeface="Calibri"/>
                <a:sym typeface="Calibri"/>
              </a:rPr>
              <a:t>It is a  relational database management system used to create the database and perform queries </a:t>
            </a:r>
            <a:endParaRPr b="0" i="0" sz="1800" u="none" cap="none" strike="noStrike">
              <a:solidFill>
                <a:schemeClr val="dk1"/>
              </a:solidFill>
              <a:latin typeface="Calibri"/>
              <a:ea typeface="Calibri"/>
              <a:cs typeface="Calibri"/>
              <a:sym typeface="Calibri"/>
            </a:endParaRPr>
          </a:p>
        </p:txBody>
      </p:sp>
      <p:sp>
        <p:nvSpPr>
          <p:cNvPr id="109" name="Google Shape;109;p4"/>
          <p:cNvSpPr txBox="1"/>
          <p:nvPr/>
        </p:nvSpPr>
        <p:spPr>
          <a:xfrm>
            <a:off x="934400" y="4614422"/>
            <a:ext cx="3447676" cy="166359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7000"/>
              </a:lnSpc>
              <a:spcBef>
                <a:spcPts val="0"/>
              </a:spcBef>
              <a:spcAft>
                <a:spcPts val="0"/>
              </a:spcAft>
              <a:buClr>
                <a:schemeClr val="dk1"/>
              </a:buClr>
              <a:buSzPts val="1800"/>
              <a:buFont typeface="Noto Sans Symbols"/>
              <a:buChar char="❑"/>
            </a:pPr>
            <a:r>
              <a:rPr b="0" i="0" lang="en-IN" sz="1800" u="none" cap="none" strike="noStrike">
                <a:solidFill>
                  <a:schemeClr val="dk1"/>
                </a:solidFill>
                <a:latin typeface="Calibri"/>
                <a:ea typeface="Calibri"/>
                <a:cs typeface="Calibri"/>
                <a:sym typeface="Calibri"/>
              </a:rPr>
              <a:t>Microsoft Office 2019 is used</a:t>
            </a:r>
            <a:endParaRPr/>
          </a:p>
          <a:p>
            <a:pPr indent="-285750" lvl="0" marL="285750" marR="0" rtl="0" algn="l">
              <a:lnSpc>
                <a:spcPct val="107000"/>
              </a:lnSpc>
              <a:spcBef>
                <a:spcPts val="800"/>
              </a:spcBef>
              <a:spcAft>
                <a:spcPts val="0"/>
              </a:spcAft>
              <a:buClr>
                <a:schemeClr val="dk1"/>
              </a:buClr>
              <a:buSzPts val="1800"/>
              <a:buFont typeface="Noto Sans Symbols"/>
              <a:buChar char="❑"/>
            </a:pPr>
            <a:r>
              <a:rPr b="0" i="0" lang="en-IN" sz="1800" u="none" cap="none" strike="noStrike">
                <a:solidFill>
                  <a:schemeClr val="dk1"/>
                </a:solidFill>
                <a:latin typeface="Calibri"/>
                <a:ea typeface="Calibri"/>
                <a:cs typeface="Calibri"/>
                <a:sym typeface="Calibri"/>
              </a:rPr>
              <a:t>MS Excel is used to clean, analze and import  the data to MY SQL to perform tasks to  get insights</a:t>
            </a:r>
            <a:endParaRPr/>
          </a:p>
        </p:txBody>
      </p:sp>
      <p:sp>
        <p:nvSpPr>
          <p:cNvPr id="110" name="Google Shape;110;p4"/>
          <p:cNvSpPr txBox="1"/>
          <p:nvPr/>
        </p:nvSpPr>
        <p:spPr>
          <a:xfrm>
            <a:off x="8561707" y="4614422"/>
            <a:ext cx="3233394" cy="1070871"/>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7000"/>
              </a:lnSpc>
              <a:spcBef>
                <a:spcPts val="0"/>
              </a:spcBef>
              <a:spcAft>
                <a:spcPts val="0"/>
              </a:spcAft>
              <a:buClr>
                <a:schemeClr val="dk1"/>
              </a:buClr>
              <a:buSzPts val="1800"/>
              <a:buFont typeface="Noto Sans Symbols"/>
              <a:buChar char="❑"/>
            </a:pPr>
            <a:r>
              <a:rPr b="0" i="0" lang="en-IN" sz="1800" u="none" cap="none" strike="noStrike">
                <a:solidFill>
                  <a:schemeClr val="dk1"/>
                </a:solidFill>
                <a:latin typeface="Calibri"/>
                <a:ea typeface="Calibri"/>
                <a:cs typeface="Calibri"/>
                <a:sym typeface="Calibri"/>
              </a:rPr>
              <a:t>Microsoft PowerPoint 2019</a:t>
            </a:r>
            <a:endParaRPr/>
          </a:p>
          <a:p>
            <a:pPr indent="-285750" lvl="0" marL="285750" marR="0" rtl="0" algn="l">
              <a:lnSpc>
                <a:spcPct val="107000"/>
              </a:lnSpc>
              <a:spcBef>
                <a:spcPts val="800"/>
              </a:spcBef>
              <a:spcAft>
                <a:spcPts val="0"/>
              </a:spcAft>
              <a:buClr>
                <a:schemeClr val="dk1"/>
              </a:buClr>
              <a:buSzPts val="1800"/>
              <a:buFont typeface="Noto Sans Symbols"/>
              <a:buChar char="❑"/>
            </a:pPr>
            <a:r>
              <a:rPr b="0" i="0" lang="en-IN" sz="1800" u="none" cap="none" strike="noStrike">
                <a:solidFill>
                  <a:schemeClr val="dk1"/>
                </a:solidFill>
                <a:latin typeface="Calibri"/>
                <a:ea typeface="Calibri"/>
                <a:cs typeface="Calibri"/>
                <a:sym typeface="Calibri"/>
              </a:rPr>
              <a:t>It is used for documenting the insights and presentation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7FC"/>
            </a:gs>
            <a:gs pos="74000">
              <a:srgbClr val="A9BEE4"/>
            </a:gs>
            <a:gs pos="83000">
              <a:srgbClr val="A9BEE4"/>
            </a:gs>
            <a:gs pos="100000">
              <a:srgbClr val="C5D3ED"/>
            </a:gs>
          </a:gsLst>
          <a:lin ang="5400000" scaled="0"/>
        </a:gradFill>
      </p:bgPr>
    </p:bg>
    <p:spTree>
      <p:nvGrpSpPr>
        <p:cNvPr id="114" name="Shape 114"/>
        <p:cNvGrpSpPr/>
        <p:nvPr/>
      </p:nvGrpSpPr>
      <p:grpSpPr>
        <a:xfrm>
          <a:off x="0" y="0"/>
          <a:ext cx="0" cy="0"/>
          <a:chOff x="0" y="0"/>
          <a:chExt cx="0" cy="0"/>
        </a:xfrm>
      </p:grpSpPr>
      <p:sp>
        <p:nvSpPr>
          <p:cNvPr id="115" name="Google Shape;115;p5"/>
          <p:cNvSpPr txBox="1"/>
          <p:nvPr>
            <p:ph type="title"/>
          </p:nvPr>
        </p:nvSpPr>
        <p:spPr>
          <a:xfrm>
            <a:off x="838200" y="820132"/>
            <a:ext cx="10515600" cy="1894787"/>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alibri"/>
              <a:buNone/>
            </a:pPr>
            <a:r>
              <a:rPr b="1" i="0" lang="en-IN" sz="3200">
                <a:latin typeface="Calibri"/>
                <a:ea typeface="Calibri"/>
                <a:cs typeface="Calibri"/>
                <a:sym typeface="Calibri"/>
              </a:rPr>
              <a:t>CASE STUDY 1: JOB DATA ANALYSIS</a:t>
            </a:r>
            <a:br>
              <a:rPr b="1" i="0" lang="en-IN" sz="4400"/>
            </a:br>
            <a:endParaRPr/>
          </a:p>
        </p:txBody>
      </p:sp>
      <p:sp>
        <p:nvSpPr>
          <p:cNvPr id="116" name="Google Shape;116;p5"/>
          <p:cNvSpPr txBox="1"/>
          <p:nvPr>
            <p:ph idx="1" type="body"/>
          </p:nvPr>
        </p:nvSpPr>
        <p:spPr>
          <a:xfrm>
            <a:off x="1479222" y="2055044"/>
            <a:ext cx="10515600" cy="389567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i="0" lang="en-IN" sz="2000"/>
              <a:t>Here we will be working with a table named job_data with the following columns:</a:t>
            </a:r>
            <a:endParaRPr/>
          </a:p>
          <a:p>
            <a:pPr indent="0" lvl="0" marL="0" rtl="0" algn="l">
              <a:lnSpc>
                <a:spcPct val="90000"/>
              </a:lnSpc>
              <a:spcBef>
                <a:spcPts val="1000"/>
              </a:spcBef>
              <a:spcAft>
                <a:spcPts val="0"/>
              </a:spcAft>
              <a:buClr>
                <a:schemeClr val="dk1"/>
              </a:buClr>
              <a:buSzPts val="2000"/>
              <a:buNone/>
            </a:pPr>
            <a:r>
              <a:t/>
            </a:r>
            <a:endParaRPr i="0" sz="2000"/>
          </a:p>
          <a:p>
            <a:pPr indent="-228600" lvl="0" marL="228600" rtl="0" algn="l">
              <a:lnSpc>
                <a:spcPct val="90000"/>
              </a:lnSpc>
              <a:spcBef>
                <a:spcPts val="1000"/>
              </a:spcBef>
              <a:spcAft>
                <a:spcPts val="0"/>
              </a:spcAft>
              <a:buClr>
                <a:schemeClr val="dk1"/>
              </a:buClr>
              <a:buSzPts val="2000"/>
              <a:buFont typeface="Arial"/>
              <a:buChar char="•"/>
            </a:pPr>
            <a:r>
              <a:rPr b="1" i="0" lang="en-IN" sz="2000"/>
              <a:t>job_id: </a:t>
            </a:r>
            <a:r>
              <a:rPr i="0" lang="en-IN" sz="2000"/>
              <a:t>Unique identifier of jobs</a:t>
            </a:r>
            <a:endParaRPr/>
          </a:p>
          <a:p>
            <a:pPr indent="-228600" lvl="0" marL="228600" rtl="0" algn="l">
              <a:lnSpc>
                <a:spcPct val="90000"/>
              </a:lnSpc>
              <a:spcBef>
                <a:spcPts val="1000"/>
              </a:spcBef>
              <a:spcAft>
                <a:spcPts val="0"/>
              </a:spcAft>
              <a:buClr>
                <a:schemeClr val="dk1"/>
              </a:buClr>
              <a:buSzPts val="2000"/>
              <a:buFont typeface="Arial"/>
              <a:buChar char="•"/>
            </a:pPr>
            <a:r>
              <a:rPr b="1" i="0" lang="en-IN" sz="2000"/>
              <a:t>actor_id: </a:t>
            </a:r>
            <a:r>
              <a:rPr i="0" lang="en-IN" sz="2000"/>
              <a:t>Unique identifier of actor</a:t>
            </a:r>
            <a:endParaRPr/>
          </a:p>
          <a:p>
            <a:pPr indent="-228600" lvl="0" marL="228600" rtl="0" algn="l">
              <a:lnSpc>
                <a:spcPct val="90000"/>
              </a:lnSpc>
              <a:spcBef>
                <a:spcPts val="1000"/>
              </a:spcBef>
              <a:spcAft>
                <a:spcPts val="0"/>
              </a:spcAft>
              <a:buClr>
                <a:schemeClr val="dk1"/>
              </a:buClr>
              <a:buSzPts val="2000"/>
              <a:buFont typeface="Arial"/>
              <a:buChar char="•"/>
            </a:pPr>
            <a:r>
              <a:rPr b="1" i="0" lang="en-IN" sz="2000"/>
              <a:t>event: </a:t>
            </a:r>
            <a:r>
              <a:rPr i="0" lang="en-IN" sz="2000"/>
              <a:t>The type of event (decision/skip/transfer).</a:t>
            </a:r>
            <a:endParaRPr/>
          </a:p>
          <a:p>
            <a:pPr indent="-228600" lvl="0" marL="228600" rtl="0" algn="l">
              <a:lnSpc>
                <a:spcPct val="90000"/>
              </a:lnSpc>
              <a:spcBef>
                <a:spcPts val="1000"/>
              </a:spcBef>
              <a:spcAft>
                <a:spcPts val="0"/>
              </a:spcAft>
              <a:buClr>
                <a:schemeClr val="dk1"/>
              </a:buClr>
              <a:buSzPts val="2000"/>
              <a:buFont typeface="Arial"/>
              <a:buChar char="•"/>
            </a:pPr>
            <a:r>
              <a:rPr b="1" i="0" lang="en-IN" sz="2000"/>
              <a:t>language: </a:t>
            </a:r>
            <a:r>
              <a:rPr i="0" lang="en-IN" sz="2000"/>
              <a:t>The Language of the content</a:t>
            </a:r>
            <a:endParaRPr/>
          </a:p>
          <a:p>
            <a:pPr indent="-228600" lvl="0" marL="228600" rtl="0" algn="l">
              <a:lnSpc>
                <a:spcPct val="90000"/>
              </a:lnSpc>
              <a:spcBef>
                <a:spcPts val="1000"/>
              </a:spcBef>
              <a:spcAft>
                <a:spcPts val="0"/>
              </a:spcAft>
              <a:buClr>
                <a:schemeClr val="dk1"/>
              </a:buClr>
              <a:buSzPts val="2000"/>
              <a:buFont typeface="Arial"/>
              <a:buChar char="•"/>
            </a:pPr>
            <a:r>
              <a:rPr b="1" i="0" lang="en-IN" sz="2000"/>
              <a:t>time_spent: </a:t>
            </a:r>
            <a:r>
              <a:rPr i="0" lang="en-IN" sz="2000"/>
              <a:t>Time spent to review the job in seconds.</a:t>
            </a:r>
            <a:endParaRPr/>
          </a:p>
          <a:p>
            <a:pPr indent="-228600" lvl="0" marL="228600" rtl="0" algn="l">
              <a:lnSpc>
                <a:spcPct val="90000"/>
              </a:lnSpc>
              <a:spcBef>
                <a:spcPts val="1000"/>
              </a:spcBef>
              <a:spcAft>
                <a:spcPts val="0"/>
              </a:spcAft>
              <a:buClr>
                <a:schemeClr val="dk1"/>
              </a:buClr>
              <a:buSzPts val="2000"/>
              <a:buFont typeface="Arial"/>
              <a:buChar char="•"/>
            </a:pPr>
            <a:r>
              <a:rPr b="1" i="0" lang="en-IN" sz="2000"/>
              <a:t>org: </a:t>
            </a:r>
            <a:r>
              <a:rPr i="0" lang="en-IN" sz="2000"/>
              <a:t>The Organization of the actor</a:t>
            </a:r>
            <a:endParaRPr/>
          </a:p>
          <a:p>
            <a:pPr indent="-228600" lvl="0" marL="228600" rtl="0" algn="l">
              <a:lnSpc>
                <a:spcPct val="90000"/>
              </a:lnSpc>
              <a:spcBef>
                <a:spcPts val="1000"/>
              </a:spcBef>
              <a:spcAft>
                <a:spcPts val="0"/>
              </a:spcAft>
              <a:buClr>
                <a:schemeClr val="dk1"/>
              </a:buClr>
              <a:buSzPts val="2000"/>
              <a:buFont typeface="Arial"/>
              <a:buChar char="•"/>
            </a:pPr>
            <a:r>
              <a:rPr b="1" i="0" lang="en-IN" sz="2000"/>
              <a:t>ds: </a:t>
            </a:r>
            <a:r>
              <a:rPr i="0" lang="en-IN" sz="2000"/>
              <a:t>The date in the format yyyy/mm/dd (stored as text).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7FC"/>
            </a:gs>
            <a:gs pos="74000">
              <a:srgbClr val="A9BEE4"/>
            </a:gs>
            <a:gs pos="83000">
              <a:srgbClr val="A9BEE4"/>
            </a:gs>
            <a:gs pos="100000">
              <a:srgbClr val="C5D3ED"/>
            </a:gs>
          </a:gsLst>
          <a:lin ang="5400000" scaled="0"/>
        </a:gradFill>
      </p:bgPr>
    </p:bg>
    <p:spTree>
      <p:nvGrpSpPr>
        <p:cNvPr id="120" name="Shape 120"/>
        <p:cNvGrpSpPr/>
        <p:nvPr/>
      </p:nvGrpSpPr>
      <p:grpSpPr>
        <a:xfrm>
          <a:off x="0" y="0"/>
          <a:ext cx="0" cy="0"/>
          <a:chOff x="0" y="0"/>
          <a:chExt cx="0" cy="0"/>
        </a:xfrm>
      </p:grpSpPr>
      <p:sp>
        <p:nvSpPr>
          <p:cNvPr id="121" name="Google Shape;121;p6"/>
          <p:cNvSpPr txBox="1"/>
          <p:nvPr>
            <p:ph type="title"/>
          </p:nvPr>
        </p:nvSpPr>
        <p:spPr>
          <a:xfrm>
            <a:off x="942680" y="424207"/>
            <a:ext cx="10058400" cy="134803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br>
              <a:rPr b="1" lang="en-IN" sz="4000">
                <a:latin typeface="Calibri"/>
                <a:ea typeface="Calibri"/>
                <a:cs typeface="Calibri"/>
                <a:sym typeface="Calibri"/>
              </a:rPr>
            </a:br>
            <a:br>
              <a:rPr b="1" lang="en-IN" sz="4000">
                <a:latin typeface="Calibri"/>
                <a:ea typeface="Calibri"/>
                <a:cs typeface="Calibri"/>
                <a:sym typeface="Calibri"/>
              </a:rPr>
            </a:br>
            <a:endParaRPr b="1" sz="4000"/>
          </a:p>
        </p:txBody>
      </p:sp>
      <p:sp>
        <p:nvSpPr>
          <p:cNvPr id="122" name="Google Shape;122;p6"/>
          <p:cNvSpPr txBox="1"/>
          <p:nvPr>
            <p:ph idx="1" type="body"/>
          </p:nvPr>
        </p:nvSpPr>
        <p:spPr>
          <a:xfrm>
            <a:off x="1357460" y="649189"/>
            <a:ext cx="9803876" cy="5882325"/>
          </a:xfrm>
          <a:prstGeom prst="rect">
            <a:avLst/>
          </a:prstGeom>
          <a:noFill/>
          <a:ln>
            <a:noFill/>
          </a:ln>
        </p:spPr>
        <p:txBody>
          <a:bodyPr anchorCtr="0" anchor="t" bIns="45700" lIns="91425" spcFirstLastPara="1" rIns="91425" wrap="square" tIns="45700">
            <a:normAutofit/>
          </a:bodyPr>
          <a:lstStyle/>
          <a:p>
            <a:pPr indent="-25400" lvl="0" marL="228600" rtl="0" algn="l">
              <a:lnSpc>
                <a:spcPct val="90000"/>
              </a:lnSpc>
              <a:spcBef>
                <a:spcPts val="0"/>
              </a:spcBef>
              <a:spcAft>
                <a:spcPts val="0"/>
              </a:spcAft>
              <a:buClr>
                <a:schemeClr val="dk1"/>
              </a:buClr>
              <a:buSzPts val="3200"/>
              <a:buFont typeface="Noto Sans Symbols"/>
              <a:buNone/>
            </a:pPr>
            <a:r>
              <a:t/>
            </a:r>
            <a:endParaRPr b="1" sz="3200"/>
          </a:p>
          <a:p>
            <a:pPr indent="-228600" lvl="0" marL="228600" rtl="0" algn="l">
              <a:lnSpc>
                <a:spcPct val="90000"/>
              </a:lnSpc>
              <a:spcBef>
                <a:spcPts val="1000"/>
              </a:spcBef>
              <a:spcAft>
                <a:spcPts val="0"/>
              </a:spcAft>
              <a:buClr>
                <a:schemeClr val="dk1"/>
              </a:buClr>
              <a:buSzPts val="3200"/>
              <a:buFont typeface="Noto Sans Symbols"/>
              <a:buChar char="❖"/>
            </a:pPr>
            <a:r>
              <a:rPr b="1" lang="en-IN" sz="3200"/>
              <a:t>INSIGHTS:</a:t>
            </a:r>
            <a:endParaRPr sz="3200"/>
          </a:p>
          <a:p>
            <a:pPr indent="-228600" lvl="0" marL="228600" rtl="0" algn="l">
              <a:lnSpc>
                <a:spcPct val="90000"/>
              </a:lnSpc>
              <a:spcBef>
                <a:spcPts val="1000"/>
              </a:spcBef>
              <a:spcAft>
                <a:spcPts val="0"/>
              </a:spcAft>
              <a:buClr>
                <a:schemeClr val="dk1"/>
              </a:buClr>
              <a:buSzPts val="3200"/>
              <a:buFont typeface="Noto Sans Symbols"/>
              <a:buChar char="❑"/>
            </a:pPr>
            <a:r>
              <a:rPr b="1" lang="en-IN" sz="3200"/>
              <a:t>QUERY 1:</a:t>
            </a:r>
            <a:endParaRPr/>
          </a:p>
          <a:p>
            <a:pPr indent="0" lvl="0" marL="0" rtl="0" algn="l">
              <a:lnSpc>
                <a:spcPct val="90000"/>
              </a:lnSpc>
              <a:spcBef>
                <a:spcPts val="1000"/>
              </a:spcBef>
              <a:spcAft>
                <a:spcPts val="0"/>
              </a:spcAft>
              <a:buClr>
                <a:schemeClr val="dk1"/>
              </a:buClr>
              <a:buSzPts val="2000"/>
              <a:buNone/>
            </a:pPr>
            <a:r>
              <a:rPr lang="en-IN" sz="2000"/>
              <a:t> Below is the SQL query to calculate the number of jobs reviewed per hour for each day in November 2020.</a:t>
            </a:r>
            <a:endParaRPr/>
          </a:p>
          <a:p>
            <a:pPr indent="0" lvl="0" marL="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a:p>
            <a:pPr indent="0" lvl="0" marL="0" rtl="0" algn="l">
              <a:lnSpc>
                <a:spcPct val="90000"/>
              </a:lnSpc>
              <a:spcBef>
                <a:spcPts val="1000"/>
              </a:spcBef>
              <a:spcAft>
                <a:spcPts val="0"/>
              </a:spcAft>
              <a:buClr>
                <a:schemeClr val="dk1"/>
              </a:buClr>
              <a:buSzPts val="2000"/>
              <a:buNone/>
            </a:pPr>
            <a:r>
              <a:t/>
            </a:r>
            <a:endParaRPr sz="2000">
              <a:latin typeface="Calibri"/>
              <a:ea typeface="Calibri"/>
              <a:cs typeface="Calibri"/>
              <a:sym typeface="Calibri"/>
            </a:endParaRPr>
          </a:p>
          <a:p>
            <a:pPr indent="0" lvl="0" marL="0" rtl="0" algn="l">
              <a:lnSpc>
                <a:spcPct val="90000"/>
              </a:lnSpc>
              <a:spcBef>
                <a:spcPts val="1000"/>
              </a:spcBef>
              <a:spcAft>
                <a:spcPts val="0"/>
              </a:spcAft>
              <a:buClr>
                <a:schemeClr val="dk1"/>
              </a:buClr>
              <a:buSzPts val="2000"/>
              <a:buNone/>
            </a:pPr>
            <a:r>
              <a:t/>
            </a:r>
            <a:endParaRPr b="1" sz="2000"/>
          </a:p>
        </p:txBody>
      </p:sp>
      <p:pic>
        <p:nvPicPr>
          <p:cNvPr id="123" name="Google Shape;123;p6"/>
          <p:cNvPicPr preferRelativeResize="0"/>
          <p:nvPr/>
        </p:nvPicPr>
        <p:blipFill rotWithShape="1">
          <a:blip r:embed="rId3">
            <a:alphaModFix/>
          </a:blip>
          <a:srcRect b="0" l="0" r="0" t="0"/>
          <a:stretch/>
        </p:blipFill>
        <p:spPr>
          <a:xfrm>
            <a:off x="1865721" y="3262937"/>
            <a:ext cx="5411771" cy="326857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7FC"/>
            </a:gs>
            <a:gs pos="74000">
              <a:srgbClr val="A9BEE4"/>
            </a:gs>
            <a:gs pos="83000">
              <a:srgbClr val="A9BEE4"/>
            </a:gs>
            <a:gs pos="100000">
              <a:srgbClr val="C5D3ED"/>
            </a:gs>
          </a:gsLst>
          <a:lin ang="5400000" scaled="0"/>
        </a:gradFill>
      </p:bgPr>
    </p:bg>
    <p:spTree>
      <p:nvGrpSpPr>
        <p:cNvPr id="127" name="Shape 127"/>
        <p:cNvGrpSpPr/>
        <p:nvPr/>
      </p:nvGrpSpPr>
      <p:grpSpPr>
        <a:xfrm>
          <a:off x="0" y="0"/>
          <a:ext cx="0" cy="0"/>
          <a:chOff x="0" y="0"/>
          <a:chExt cx="0" cy="0"/>
        </a:xfrm>
      </p:grpSpPr>
      <p:sp>
        <p:nvSpPr>
          <p:cNvPr id="128" name="Google Shape;128;p7"/>
          <p:cNvSpPr txBox="1"/>
          <p:nvPr>
            <p:ph type="title"/>
          </p:nvPr>
        </p:nvSpPr>
        <p:spPr>
          <a:xfrm>
            <a:off x="932468" y="914400"/>
            <a:ext cx="9135359" cy="1178351"/>
          </a:xfrm>
          <a:prstGeom prst="rect">
            <a:avLst/>
          </a:prstGeom>
          <a:noFill/>
          <a:ln>
            <a:noFill/>
          </a:ln>
        </p:spPr>
        <p:txBody>
          <a:bodyPr anchorCtr="0" anchor="ctr" bIns="45700" lIns="91425" spcFirstLastPara="1" rIns="91425" wrap="square" tIns="45700">
            <a:normAutofit/>
          </a:bodyPr>
          <a:lstStyle/>
          <a:p>
            <a:pPr indent="-457200" lvl="0" marL="457200" rtl="0" algn="l">
              <a:lnSpc>
                <a:spcPct val="90000"/>
              </a:lnSpc>
              <a:spcBef>
                <a:spcPts val="0"/>
              </a:spcBef>
              <a:spcAft>
                <a:spcPts val="0"/>
              </a:spcAft>
              <a:buClr>
                <a:schemeClr val="dk1"/>
              </a:buClr>
              <a:buSzPts val="3200"/>
              <a:buFont typeface="Noto Sans Symbols"/>
              <a:buChar char="❖"/>
            </a:pPr>
            <a:r>
              <a:rPr b="1" lang="en-IN" sz="3200">
                <a:latin typeface="Calibri"/>
                <a:ea typeface="Calibri"/>
                <a:cs typeface="Calibri"/>
                <a:sym typeface="Calibri"/>
              </a:rPr>
              <a:t>RESULT: </a:t>
            </a:r>
            <a:br>
              <a:rPr b="1" lang="en-IN" sz="3200">
                <a:latin typeface="Calibri"/>
                <a:ea typeface="Calibri"/>
                <a:cs typeface="Calibri"/>
                <a:sym typeface="Calibri"/>
              </a:rPr>
            </a:br>
            <a:br>
              <a:rPr lang="en-IN" sz="2400">
                <a:latin typeface="Calibri"/>
                <a:ea typeface="Calibri"/>
                <a:cs typeface="Calibri"/>
                <a:sym typeface="Calibri"/>
              </a:rPr>
            </a:br>
            <a:endParaRPr sz="2200">
              <a:latin typeface="Calibri"/>
              <a:ea typeface="Calibri"/>
              <a:cs typeface="Calibri"/>
              <a:sym typeface="Calibri"/>
            </a:endParaRPr>
          </a:p>
        </p:txBody>
      </p:sp>
      <p:pic>
        <p:nvPicPr>
          <p:cNvPr id="129" name="Google Shape;129;p7"/>
          <p:cNvPicPr preferRelativeResize="0"/>
          <p:nvPr>
            <p:ph idx="1" type="body"/>
          </p:nvPr>
        </p:nvPicPr>
        <p:blipFill rotWithShape="1">
          <a:blip r:embed="rId3">
            <a:alphaModFix/>
          </a:blip>
          <a:srcRect b="0" l="0" r="0" t="0"/>
          <a:stretch/>
        </p:blipFill>
        <p:spPr>
          <a:xfrm>
            <a:off x="1575543" y="1852655"/>
            <a:ext cx="5435179" cy="3152689"/>
          </a:xfrm>
          <a:prstGeom prst="rect">
            <a:avLst/>
          </a:prstGeom>
          <a:noFill/>
          <a:ln>
            <a:noFill/>
          </a:ln>
        </p:spPr>
      </p:pic>
      <p:sp>
        <p:nvSpPr>
          <p:cNvPr id="130" name="Google Shape;130;p7"/>
          <p:cNvSpPr txBox="1"/>
          <p:nvPr/>
        </p:nvSpPr>
        <p:spPr>
          <a:xfrm>
            <a:off x="1123370" y="5200305"/>
            <a:ext cx="8303434" cy="1200329"/>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Noto Sans Symbols"/>
              <a:buChar char="⮚"/>
            </a:pPr>
            <a:r>
              <a:rPr b="0" i="0" lang="en-IN" sz="1800" u="none" cap="none" strike="noStrike">
                <a:solidFill>
                  <a:schemeClr val="dk1"/>
                </a:solidFill>
                <a:latin typeface="Calibri"/>
                <a:ea typeface="Calibri"/>
                <a:cs typeface="Calibri"/>
                <a:sym typeface="Calibri"/>
              </a:rPr>
              <a:t>Above are the number of jobs reviewed per hour for each day in the month of November 2020 , which varies throughout November, which could indicate potential trends or anomalies.</a:t>
            </a:r>
            <a:endParaRPr/>
          </a:p>
          <a:p>
            <a:pPr indent="-285750" lvl="0" marL="285750" marR="0" rtl="0" algn="l">
              <a:spcBef>
                <a:spcPts val="0"/>
              </a:spcBef>
              <a:spcAft>
                <a:spcPts val="0"/>
              </a:spcAft>
              <a:buClr>
                <a:schemeClr val="dk1"/>
              </a:buClr>
              <a:buSzPts val="1800"/>
              <a:buFont typeface="Noto Sans Symbols"/>
              <a:buChar char="⮚"/>
            </a:pPr>
            <a:r>
              <a:rPr b="0" i="0" lang="en-IN" sz="1800" u="none" cap="none" strike="noStrike">
                <a:solidFill>
                  <a:schemeClr val="dk1"/>
                </a:solidFill>
                <a:latin typeface="Calibri"/>
                <a:ea typeface="Calibri"/>
                <a:cs typeface="Calibri"/>
                <a:sym typeface="Calibri"/>
              </a:rPr>
              <a:t>More number of jobs are reviewed on 28</a:t>
            </a:r>
            <a:r>
              <a:rPr b="0" baseline="30000" i="0" lang="en-IN" sz="1800" u="none" cap="none" strike="noStrike">
                <a:solidFill>
                  <a:schemeClr val="dk1"/>
                </a:solidFill>
                <a:latin typeface="Calibri"/>
                <a:ea typeface="Calibri"/>
                <a:cs typeface="Calibri"/>
                <a:sym typeface="Calibri"/>
              </a:rPr>
              <a:t>th</a:t>
            </a:r>
            <a:r>
              <a:rPr b="0" i="0" lang="en-IN" sz="1800" u="none" cap="none" strike="noStrike">
                <a:solidFill>
                  <a:schemeClr val="dk1"/>
                </a:solidFill>
                <a:latin typeface="Calibri"/>
                <a:ea typeface="Calibri"/>
                <a:cs typeface="Calibri"/>
                <a:sym typeface="Calibri"/>
              </a:rPr>
              <a:t> of November.</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7FC"/>
            </a:gs>
            <a:gs pos="74000">
              <a:srgbClr val="A9BEE4"/>
            </a:gs>
            <a:gs pos="83000">
              <a:srgbClr val="A9BEE4"/>
            </a:gs>
            <a:gs pos="100000">
              <a:srgbClr val="C5D3ED"/>
            </a:gs>
          </a:gsLst>
          <a:lin ang="5400000" scaled="0"/>
        </a:gradFill>
      </p:bgPr>
    </p:bg>
    <p:spTree>
      <p:nvGrpSpPr>
        <p:cNvPr id="134" name="Shape 134"/>
        <p:cNvGrpSpPr/>
        <p:nvPr/>
      </p:nvGrpSpPr>
      <p:grpSpPr>
        <a:xfrm>
          <a:off x="0" y="0"/>
          <a:ext cx="0" cy="0"/>
          <a:chOff x="0" y="0"/>
          <a:chExt cx="0" cy="0"/>
        </a:xfrm>
      </p:grpSpPr>
      <p:sp>
        <p:nvSpPr>
          <p:cNvPr id="135" name="Google Shape;135;p8"/>
          <p:cNvSpPr txBox="1"/>
          <p:nvPr>
            <p:ph type="title"/>
          </p:nvPr>
        </p:nvSpPr>
        <p:spPr>
          <a:xfrm>
            <a:off x="1111577" y="952109"/>
            <a:ext cx="10515600" cy="1772238"/>
          </a:xfrm>
          <a:prstGeom prst="rect">
            <a:avLst/>
          </a:prstGeom>
          <a:noFill/>
          <a:ln>
            <a:noFill/>
          </a:ln>
        </p:spPr>
        <p:txBody>
          <a:bodyPr anchorCtr="0" anchor="ctr"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3200"/>
              <a:buFont typeface="Noto Sans Symbols"/>
              <a:buChar char="❑"/>
            </a:pPr>
            <a:r>
              <a:rPr b="1" lang="en-IN" sz="3200">
                <a:latin typeface="Calibri"/>
                <a:ea typeface="Calibri"/>
                <a:cs typeface="Calibri"/>
                <a:sym typeface="Calibri"/>
              </a:rPr>
              <a:t>QUERY 2:</a:t>
            </a:r>
            <a:br>
              <a:rPr b="1" lang="en-IN" sz="2000"/>
            </a:br>
            <a:br>
              <a:rPr lang="en-IN" sz="2000">
                <a:latin typeface="Calibri"/>
                <a:ea typeface="Calibri"/>
                <a:cs typeface="Calibri"/>
                <a:sym typeface="Calibri"/>
              </a:rPr>
            </a:br>
            <a:r>
              <a:rPr lang="en-IN" sz="2000">
                <a:latin typeface="Calibri"/>
                <a:ea typeface="Calibri"/>
                <a:cs typeface="Calibri"/>
                <a:sym typeface="Calibri"/>
              </a:rPr>
              <a:t>Below is the SQL query to find the 7-day rolling average of throughput.</a:t>
            </a:r>
            <a:endParaRPr sz="2800">
              <a:latin typeface="Calibri"/>
              <a:ea typeface="Calibri"/>
              <a:cs typeface="Calibri"/>
              <a:sym typeface="Calibri"/>
            </a:endParaRPr>
          </a:p>
        </p:txBody>
      </p:sp>
      <p:pic>
        <p:nvPicPr>
          <p:cNvPr id="136" name="Google Shape;136;p8"/>
          <p:cNvPicPr preferRelativeResize="0"/>
          <p:nvPr/>
        </p:nvPicPr>
        <p:blipFill rotWithShape="1">
          <a:blip r:embed="rId3">
            <a:alphaModFix/>
          </a:blip>
          <a:srcRect b="0" l="0" r="0" t="0"/>
          <a:stretch/>
        </p:blipFill>
        <p:spPr>
          <a:xfrm>
            <a:off x="1551076" y="2724347"/>
            <a:ext cx="6178904" cy="366702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7FC"/>
            </a:gs>
            <a:gs pos="74000">
              <a:srgbClr val="A9BEE4"/>
            </a:gs>
            <a:gs pos="83000">
              <a:srgbClr val="A9BEE4"/>
            </a:gs>
            <a:gs pos="100000">
              <a:srgbClr val="C5D3ED"/>
            </a:gs>
          </a:gsLst>
          <a:lin ang="5400000" scaled="0"/>
        </a:gradFill>
      </p:bgPr>
    </p:bg>
    <p:spTree>
      <p:nvGrpSpPr>
        <p:cNvPr id="140" name="Shape 140"/>
        <p:cNvGrpSpPr/>
        <p:nvPr/>
      </p:nvGrpSpPr>
      <p:grpSpPr>
        <a:xfrm>
          <a:off x="0" y="0"/>
          <a:ext cx="0" cy="0"/>
          <a:chOff x="0" y="0"/>
          <a:chExt cx="0" cy="0"/>
        </a:xfrm>
      </p:grpSpPr>
      <p:sp>
        <p:nvSpPr>
          <p:cNvPr id="141" name="Google Shape;141;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457200" lvl="0" marL="457200" rtl="0" algn="l">
              <a:lnSpc>
                <a:spcPct val="90000"/>
              </a:lnSpc>
              <a:spcBef>
                <a:spcPts val="0"/>
              </a:spcBef>
              <a:spcAft>
                <a:spcPts val="0"/>
              </a:spcAft>
              <a:buClr>
                <a:schemeClr val="dk1"/>
              </a:buClr>
              <a:buSzPts val="3200"/>
              <a:buFont typeface="Noto Sans Symbols"/>
              <a:buChar char="❖"/>
            </a:pPr>
            <a:r>
              <a:rPr b="1" lang="en-IN" sz="3200">
                <a:latin typeface="Calibri"/>
                <a:ea typeface="Calibri"/>
                <a:cs typeface="Calibri"/>
                <a:sym typeface="Calibri"/>
              </a:rPr>
              <a:t>RESULT:</a:t>
            </a:r>
            <a:endParaRPr sz="3200"/>
          </a:p>
        </p:txBody>
      </p:sp>
      <p:pic>
        <p:nvPicPr>
          <p:cNvPr id="142" name="Google Shape;142;p9"/>
          <p:cNvPicPr preferRelativeResize="0"/>
          <p:nvPr>
            <p:ph idx="1" type="body"/>
          </p:nvPr>
        </p:nvPicPr>
        <p:blipFill rotWithShape="1">
          <a:blip r:embed="rId3">
            <a:alphaModFix/>
          </a:blip>
          <a:srcRect b="0" l="0" r="0" t="0"/>
          <a:stretch/>
        </p:blipFill>
        <p:spPr>
          <a:xfrm>
            <a:off x="1232799" y="1690688"/>
            <a:ext cx="5839157" cy="2556253"/>
          </a:xfrm>
          <a:prstGeom prst="rect">
            <a:avLst/>
          </a:prstGeom>
          <a:noFill/>
          <a:ln>
            <a:noFill/>
          </a:ln>
        </p:spPr>
      </p:pic>
      <p:sp>
        <p:nvSpPr>
          <p:cNvPr id="143" name="Google Shape;143;p9"/>
          <p:cNvSpPr txBox="1"/>
          <p:nvPr/>
        </p:nvSpPr>
        <p:spPr>
          <a:xfrm>
            <a:off x="1232799" y="4567452"/>
            <a:ext cx="8552225" cy="1497589"/>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7000"/>
              </a:lnSpc>
              <a:spcBef>
                <a:spcPts val="0"/>
              </a:spcBef>
              <a:spcAft>
                <a:spcPts val="0"/>
              </a:spcAft>
              <a:buClr>
                <a:schemeClr val="dk1"/>
              </a:buClr>
              <a:buSzPts val="1000"/>
              <a:buFont typeface="Noto Sans Symbols"/>
              <a:buChar char="∙"/>
            </a:pPr>
            <a:r>
              <a:rPr b="0" i="0" lang="en-IN" sz="2000" u="none" cap="none" strike="noStrike">
                <a:solidFill>
                  <a:schemeClr val="dk1"/>
                </a:solidFill>
                <a:latin typeface="Calibri"/>
                <a:ea typeface="Calibri"/>
                <a:cs typeface="Calibri"/>
                <a:sym typeface="Calibri"/>
              </a:rPr>
              <a:t>Using the 7-day rolling average for throughput is preferred over the daily metric to observe trends without being influenced by daily fluctuations.</a:t>
            </a:r>
            <a:endParaRPr b="0" i="0" sz="2000" u="none" cap="none" strike="noStrike">
              <a:solidFill>
                <a:schemeClr val="dk1"/>
              </a:solidFill>
              <a:latin typeface="Calibri"/>
              <a:ea typeface="Calibri"/>
              <a:cs typeface="Calibri"/>
              <a:sym typeface="Calibri"/>
            </a:endParaRPr>
          </a:p>
          <a:p>
            <a:pPr indent="-342900" lvl="0" marL="342900" marR="0" rtl="0" algn="l">
              <a:lnSpc>
                <a:spcPct val="107000"/>
              </a:lnSpc>
              <a:spcBef>
                <a:spcPts val="800"/>
              </a:spcBef>
              <a:spcAft>
                <a:spcPts val="0"/>
              </a:spcAft>
              <a:buClr>
                <a:schemeClr val="dk1"/>
              </a:buClr>
              <a:buSzPts val="1000"/>
              <a:buFont typeface="Noto Sans Symbols"/>
              <a:buChar char="∙"/>
            </a:pPr>
            <a:r>
              <a:rPr b="0" i="0" lang="en-IN" sz="2000" u="none" cap="none" strike="noStrike">
                <a:solidFill>
                  <a:schemeClr val="dk1"/>
                </a:solidFill>
                <a:latin typeface="Calibri"/>
                <a:ea typeface="Calibri"/>
                <a:cs typeface="Calibri"/>
                <a:sym typeface="Calibri"/>
              </a:rPr>
              <a:t>7 day rolling average provides a smoother view of data trends, helping to identify long-term patterns.</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7FC"/>
            </a:gs>
            <a:gs pos="74000">
              <a:srgbClr val="A9BEE4"/>
            </a:gs>
            <a:gs pos="83000">
              <a:srgbClr val="A9BEE4"/>
            </a:gs>
            <a:gs pos="100000">
              <a:srgbClr val="C5D3ED"/>
            </a:gs>
          </a:gsLst>
          <a:lin ang="5400000" scaled="0"/>
        </a:gradFill>
      </p:bgPr>
    </p:bg>
    <p:spTree>
      <p:nvGrpSpPr>
        <p:cNvPr id="147" name="Shape 147"/>
        <p:cNvGrpSpPr/>
        <p:nvPr/>
      </p:nvGrpSpPr>
      <p:grpSpPr>
        <a:xfrm>
          <a:off x="0" y="0"/>
          <a:ext cx="0" cy="0"/>
          <a:chOff x="0" y="0"/>
          <a:chExt cx="0" cy="0"/>
        </a:xfrm>
      </p:grpSpPr>
      <p:sp>
        <p:nvSpPr>
          <p:cNvPr id="148" name="Google Shape;148;p10"/>
          <p:cNvSpPr txBox="1"/>
          <p:nvPr>
            <p:ph type="title"/>
          </p:nvPr>
        </p:nvSpPr>
        <p:spPr>
          <a:xfrm>
            <a:off x="1045589" y="723344"/>
            <a:ext cx="10515600" cy="1325563"/>
          </a:xfrm>
          <a:prstGeom prst="rect">
            <a:avLst/>
          </a:prstGeom>
          <a:noFill/>
          <a:ln>
            <a:noFill/>
          </a:ln>
        </p:spPr>
        <p:txBody>
          <a:bodyPr anchorCtr="0" anchor="ctr" bIns="45700" lIns="91425" spcFirstLastPara="1" rIns="91425" wrap="square" tIns="45700">
            <a:normAutofit/>
          </a:bodyPr>
          <a:lstStyle/>
          <a:p>
            <a:pPr indent="-457200" lvl="0" marL="457200" rtl="0" algn="l">
              <a:lnSpc>
                <a:spcPct val="90000"/>
              </a:lnSpc>
              <a:spcBef>
                <a:spcPts val="0"/>
              </a:spcBef>
              <a:spcAft>
                <a:spcPts val="0"/>
              </a:spcAft>
              <a:buClr>
                <a:schemeClr val="dk1"/>
              </a:buClr>
              <a:buSzPts val="3200"/>
              <a:buFont typeface="Noto Sans Symbols"/>
              <a:buChar char="❑"/>
            </a:pPr>
            <a:r>
              <a:rPr b="1" lang="en-IN" sz="3200">
                <a:latin typeface="Calibri"/>
                <a:ea typeface="Calibri"/>
                <a:cs typeface="Calibri"/>
                <a:sym typeface="Calibri"/>
              </a:rPr>
              <a:t>QUERY 3:</a:t>
            </a:r>
            <a:endParaRPr/>
          </a:p>
        </p:txBody>
      </p:sp>
      <p:sp>
        <p:nvSpPr>
          <p:cNvPr id="149" name="Google Shape;149;p10"/>
          <p:cNvSpPr txBox="1"/>
          <p:nvPr>
            <p:ph idx="1" type="body"/>
          </p:nvPr>
        </p:nvSpPr>
        <p:spPr>
          <a:xfrm>
            <a:off x="838200" y="1690688"/>
            <a:ext cx="10515600" cy="4926927"/>
          </a:xfrm>
          <a:prstGeom prst="rect">
            <a:avLst/>
          </a:prstGeom>
          <a:noFill/>
          <a:ln>
            <a:noFill/>
          </a:ln>
        </p:spPr>
        <p:txBody>
          <a:bodyPr anchorCtr="0" anchor="t" bIns="45700" lIns="91425" spcFirstLastPara="1" rIns="91425" wrap="square" tIns="45700">
            <a:normAutofit/>
          </a:bodyPr>
          <a:lstStyle/>
          <a:p>
            <a:pPr indent="-101600" lvl="0" marL="228600" rtl="0" algn="l">
              <a:lnSpc>
                <a:spcPct val="90000"/>
              </a:lnSpc>
              <a:spcBef>
                <a:spcPts val="0"/>
              </a:spcBef>
              <a:spcAft>
                <a:spcPts val="0"/>
              </a:spcAft>
              <a:buClr>
                <a:schemeClr val="dk1"/>
              </a:buClr>
              <a:buSzPts val="2000"/>
              <a:buNone/>
            </a:pPr>
            <a:r>
              <a:t/>
            </a:r>
            <a:endParaRPr sz="2000">
              <a:latin typeface="Calibri"/>
              <a:ea typeface="Calibri"/>
              <a:cs typeface="Calibri"/>
              <a:sym typeface="Calibri"/>
            </a:endParaRPr>
          </a:p>
          <a:p>
            <a:pPr indent="-228600" lvl="1" marL="685800" rtl="0" algn="l">
              <a:lnSpc>
                <a:spcPct val="90000"/>
              </a:lnSpc>
              <a:spcBef>
                <a:spcPts val="500"/>
              </a:spcBef>
              <a:spcAft>
                <a:spcPts val="0"/>
              </a:spcAft>
              <a:buClr>
                <a:schemeClr val="dk1"/>
              </a:buClr>
              <a:buSzPts val="2000"/>
              <a:buChar char="•"/>
            </a:pPr>
            <a:r>
              <a:rPr lang="en-IN" sz="2000">
                <a:latin typeface="Calibri"/>
                <a:ea typeface="Calibri"/>
                <a:cs typeface="Calibri"/>
                <a:sym typeface="Calibri"/>
              </a:rPr>
              <a:t>Below is the SQL query to get the percentage share of each language in the last 30 days.</a:t>
            </a:r>
            <a:endParaRPr/>
          </a:p>
          <a:p>
            <a:pPr indent="0" lvl="0" marL="0" rtl="0" algn="l">
              <a:lnSpc>
                <a:spcPct val="90000"/>
              </a:lnSpc>
              <a:spcBef>
                <a:spcPts val="1000"/>
              </a:spcBef>
              <a:spcAft>
                <a:spcPts val="0"/>
              </a:spcAft>
              <a:buClr>
                <a:schemeClr val="dk1"/>
              </a:buClr>
              <a:buSzPts val="2800"/>
              <a:buNone/>
            </a:pPr>
            <a:r>
              <a:t/>
            </a:r>
            <a:endParaRPr/>
          </a:p>
        </p:txBody>
      </p:sp>
      <p:pic>
        <p:nvPicPr>
          <p:cNvPr id="150" name="Google Shape;150;p10"/>
          <p:cNvPicPr preferRelativeResize="0"/>
          <p:nvPr/>
        </p:nvPicPr>
        <p:blipFill rotWithShape="1">
          <a:blip r:embed="rId3">
            <a:alphaModFix/>
          </a:blip>
          <a:srcRect b="0" l="0" r="0" t="0"/>
          <a:stretch/>
        </p:blipFill>
        <p:spPr>
          <a:xfrm>
            <a:off x="1640226" y="3016251"/>
            <a:ext cx="6004912" cy="300961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7FC"/>
            </a:gs>
            <a:gs pos="74000">
              <a:srgbClr val="A9BEE4"/>
            </a:gs>
            <a:gs pos="83000">
              <a:srgbClr val="A9BEE4"/>
            </a:gs>
            <a:gs pos="100000">
              <a:srgbClr val="C5D3ED"/>
            </a:gs>
          </a:gsLst>
          <a:lin ang="5400000" scaled="0"/>
        </a:gradFill>
      </p:bgPr>
    </p:bg>
    <p:spTree>
      <p:nvGrpSpPr>
        <p:cNvPr id="154" name="Shape 154"/>
        <p:cNvGrpSpPr/>
        <p:nvPr/>
      </p:nvGrpSpPr>
      <p:grpSpPr>
        <a:xfrm>
          <a:off x="0" y="0"/>
          <a:ext cx="0" cy="0"/>
          <a:chOff x="0" y="0"/>
          <a:chExt cx="0" cy="0"/>
        </a:xfrm>
      </p:grpSpPr>
      <p:sp>
        <p:nvSpPr>
          <p:cNvPr id="155" name="Google Shape;155;p11"/>
          <p:cNvSpPr txBox="1"/>
          <p:nvPr>
            <p:ph type="title"/>
          </p:nvPr>
        </p:nvSpPr>
        <p:spPr>
          <a:xfrm>
            <a:off x="940568" y="619649"/>
            <a:ext cx="10515600" cy="1325563"/>
          </a:xfrm>
          <a:prstGeom prst="rect">
            <a:avLst/>
          </a:prstGeom>
          <a:noFill/>
          <a:ln>
            <a:noFill/>
          </a:ln>
        </p:spPr>
        <p:txBody>
          <a:bodyPr anchorCtr="0" anchor="ctr" bIns="45700" lIns="91425" spcFirstLastPara="1" rIns="91425" wrap="square" tIns="45700">
            <a:normAutofit/>
          </a:bodyPr>
          <a:lstStyle/>
          <a:p>
            <a:pPr indent="-457200" lvl="0" marL="457200" rtl="0" algn="l">
              <a:lnSpc>
                <a:spcPct val="90000"/>
              </a:lnSpc>
              <a:spcBef>
                <a:spcPts val="0"/>
              </a:spcBef>
              <a:spcAft>
                <a:spcPts val="0"/>
              </a:spcAft>
              <a:buClr>
                <a:schemeClr val="dk1"/>
              </a:buClr>
              <a:buSzPts val="3200"/>
              <a:buFont typeface="Noto Sans Symbols"/>
              <a:buChar char="❖"/>
            </a:pPr>
            <a:r>
              <a:rPr b="1" lang="en-IN" sz="3200">
                <a:latin typeface="Calibri"/>
                <a:ea typeface="Calibri"/>
                <a:cs typeface="Calibri"/>
                <a:sym typeface="Calibri"/>
              </a:rPr>
              <a:t>RESULT:</a:t>
            </a:r>
            <a:endParaRPr sz="3200"/>
          </a:p>
        </p:txBody>
      </p:sp>
      <p:sp>
        <p:nvSpPr>
          <p:cNvPr id="156" name="Google Shape;156;p11"/>
          <p:cNvSpPr txBox="1"/>
          <p:nvPr/>
        </p:nvSpPr>
        <p:spPr>
          <a:xfrm>
            <a:off x="940568" y="4995286"/>
            <a:ext cx="8552225" cy="1237903"/>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7000"/>
              </a:lnSpc>
              <a:spcBef>
                <a:spcPts val="0"/>
              </a:spcBef>
              <a:spcAft>
                <a:spcPts val="0"/>
              </a:spcAft>
              <a:buClr>
                <a:srgbClr val="1F2328"/>
              </a:buClr>
              <a:buSzPts val="1000"/>
              <a:buFont typeface="Noto Sans Symbols"/>
              <a:buChar char="∙"/>
            </a:pPr>
            <a:r>
              <a:rPr b="0" i="0" lang="en-IN" sz="1800" u="none" cap="none" strike="noStrike">
                <a:solidFill>
                  <a:srgbClr val="1F2328"/>
                </a:solidFill>
                <a:latin typeface="Quattrocento Sans"/>
                <a:ea typeface="Quattrocento Sans"/>
                <a:cs typeface="Quattrocento Sans"/>
                <a:sym typeface="Quattrocento Sans"/>
              </a:rPr>
              <a:t>Language </a:t>
            </a:r>
            <a:r>
              <a:rPr b="0" i="0" lang="en-IN" sz="2000" u="none" cap="none" strike="noStrike">
                <a:solidFill>
                  <a:srgbClr val="1F2328"/>
                </a:solidFill>
                <a:latin typeface="Calibri"/>
                <a:ea typeface="Calibri"/>
                <a:cs typeface="Calibri"/>
                <a:sym typeface="Calibri"/>
              </a:rPr>
              <a:t>distribution</a:t>
            </a:r>
            <a:r>
              <a:rPr b="0" i="0" lang="en-IN" sz="1800" u="none" cap="none" strike="noStrike">
                <a:solidFill>
                  <a:srgbClr val="1F2328"/>
                </a:solidFill>
                <a:latin typeface="Quattrocento Sans"/>
                <a:ea typeface="Quattrocento Sans"/>
                <a:cs typeface="Quattrocento Sans"/>
                <a:sym typeface="Quattrocento Sans"/>
              </a:rPr>
              <a:t> is relatively balanced</a:t>
            </a:r>
            <a:endParaRPr/>
          </a:p>
          <a:p>
            <a:pPr indent="-342900" lvl="0" marL="342900" marR="0" rtl="0" algn="l">
              <a:lnSpc>
                <a:spcPct val="107000"/>
              </a:lnSpc>
              <a:spcBef>
                <a:spcPts val="800"/>
              </a:spcBef>
              <a:spcAft>
                <a:spcPts val="0"/>
              </a:spcAft>
              <a:buClr>
                <a:srgbClr val="1F2328"/>
              </a:buClr>
              <a:buSzPts val="1000"/>
              <a:buFont typeface="Noto Sans Symbols"/>
              <a:buChar char="∙"/>
            </a:pPr>
            <a:r>
              <a:rPr b="0" i="0" lang="en-IN" sz="1800" u="none" cap="none" strike="noStrike">
                <a:solidFill>
                  <a:srgbClr val="1F2328"/>
                </a:solidFill>
                <a:latin typeface="Quattrocento Sans"/>
                <a:ea typeface="Quattrocento Sans"/>
                <a:cs typeface="Quattrocento Sans"/>
                <a:sym typeface="Quattrocento Sans"/>
              </a:rPr>
              <a:t>The Persian language has the highest share of 10.00 percent.</a:t>
            </a:r>
            <a:endParaRPr/>
          </a:p>
          <a:p>
            <a:pPr indent="-279400" lvl="0" marL="342900" marR="0" rtl="0" algn="l">
              <a:lnSpc>
                <a:spcPct val="107000"/>
              </a:lnSpc>
              <a:spcBef>
                <a:spcPts val="800"/>
              </a:spcBef>
              <a:spcAft>
                <a:spcPts val="0"/>
              </a:spcAft>
              <a:buClr>
                <a:schemeClr val="dk1"/>
              </a:buClr>
              <a:buSzPts val="1000"/>
              <a:buFont typeface="Noto Sans Symbols"/>
              <a:buNone/>
            </a:pPr>
            <a:r>
              <a:t/>
            </a:r>
            <a:endParaRPr b="0" i="0" sz="2000" u="none" cap="none" strike="noStrike">
              <a:solidFill>
                <a:schemeClr val="dk1"/>
              </a:solidFill>
              <a:latin typeface="Calibri"/>
              <a:ea typeface="Calibri"/>
              <a:cs typeface="Calibri"/>
              <a:sym typeface="Calibri"/>
            </a:endParaRPr>
          </a:p>
        </p:txBody>
      </p:sp>
      <p:sp>
        <p:nvSpPr>
          <p:cNvPr id="157" name="Google Shape;157;p11"/>
          <p:cNvSpPr txBox="1"/>
          <p:nvPr>
            <p:ph idx="1" type="body"/>
          </p:nvPr>
        </p:nvSpPr>
        <p:spPr>
          <a:xfrm>
            <a:off x="838200" y="1825625"/>
            <a:ext cx="10515600" cy="2538985"/>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pic>
        <p:nvPicPr>
          <p:cNvPr id="158" name="Google Shape;158;p11"/>
          <p:cNvPicPr preferRelativeResize="0"/>
          <p:nvPr/>
        </p:nvPicPr>
        <p:blipFill rotWithShape="1">
          <a:blip r:embed="rId3">
            <a:alphaModFix/>
          </a:blip>
          <a:srcRect b="0" l="0" r="0" t="0"/>
          <a:stretch/>
        </p:blipFill>
        <p:spPr>
          <a:xfrm>
            <a:off x="2207721" y="1715680"/>
            <a:ext cx="5286589" cy="3100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7FC"/>
            </a:gs>
            <a:gs pos="74000">
              <a:srgbClr val="A9BEE4"/>
            </a:gs>
            <a:gs pos="83000">
              <a:srgbClr val="A9BEE4"/>
            </a:gs>
            <a:gs pos="100000">
              <a:srgbClr val="C5D3ED"/>
            </a:gs>
          </a:gsLst>
          <a:lin ang="5400000" scaled="0"/>
        </a:gradFill>
      </p:bgPr>
    </p:bg>
    <p:spTree>
      <p:nvGrpSpPr>
        <p:cNvPr id="162" name="Shape 162"/>
        <p:cNvGrpSpPr/>
        <p:nvPr/>
      </p:nvGrpSpPr>
      <p:grpSpPr>
        <a:xfrm>
          <a:off x="0" y="0"/>
          <a:ext cx="0" cy="0"/>
          <a:chOff x="0" y="0"/>
          <a:chExt cx="0" cy="0"/>
        </a:xfrm>
      </p:grpSpPr>
      <p:sp>
        <p:nvSpPr>
          <p:cNvPr id="163" name="Google Shape;163;p12"/>
          <p:cNvSpPr txBox="1"/>
          <p:nvPr>
            <p:ph type="title"/>
          </p:nvPr>
        </p:nvSpPr>
        <p:spPr>
          <a:xfrm>
            <a:off x="1045981" y="681037"/>
            <a:ext cx="10515600" cy="1325563"/>
          </a:xfrm>
          <a:prstGeom prst="rect">
            <a:avLst/>
          </a:prstGeom>
          <a:noFill/>
          <a:ln>
            <a:noFill/>
          </a:ln>
        </p:spPr>
        <p:txBody>
          <a:bodyPr anchorCtr="0" anchor="ctr" bIns="45700" lIns="91425" spcFirstLastPara="1" rIns="91425" wrap="square" tIns="45700">
            <a:normAutofit/>
          </a:bodyPr>
          <a:lstStyle/>
          <a:p>
            <a:pPr indent="-571500" lvl="0" marL="571500" rtl="0" algn="l">
              <a:lnSpc>
                <a:spcPct val="90000"/>
              </a:lnSpc>
              <a:spcBef>
                <a:spcPts val="0"/>
              </a:spcBef>
              <a:spcAft>
                <a:spcPts val="0"/>
              </a:spcAft>
              <a:buClr>
                <a:schemeClr val="dk1"/>
              </a:buClr>
              <a:buSzPts val="3200"/>
              <a:buFont typeface="Noto Sans Symbols"/>
              <a:buChar char="❑"/>
            </a:pPr>
            <a:r>
              <a:rPr b="1" lang="en-IN" sz="3200">
                <a:latin typeface="Calibri"/>
                <a:ea typeface="Calibri"/>
                <a:cs typeface="Calibri"/>
                <a:sym typeface="Calibri"/>
              </a:rPr>
              <a:t>QUERY 4:</a:t>
            </a:r>
            <a:endParaRPr sz="3200"/>
          </a:p>
        </p:txBody>
      </p:sp>
      <p:sp>
        <p:nvSpPr>
          <p:cNvPr id="164" name="Google Shape;164;p12"/>
          <p:cNvSpPr txBox="1"/>
          <p:nvPr>
            <p:ph idx="1" type="body"/>
          </p:nvPr>
        </p:nvSpPr>
        <p:spPr>
          <a:xfrm>
            <a:off x="1253764" y="1762812"/>
            <a:ext cx="10100035" cy="441415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Font typeface="Arial"/>
              <a:buChar char="•"/>
            </a:pPr>
            <a:r>
              <a:rPr lang="en-IN" sz="2400"/>
              <a:t>Below SQL query helps to identify the duplicate rows in the data.</a:t>
            </a:r>
            <a:endParaRPr/>
          </a:p>
          <a:p>
            <a:pPr indent="0" lvl="0" marL="0" rtl="0" algn="l">
              <a:lnSpc>
                <a:spcPct val="90000"/>
              </a:lnSpc>
              <a:spcBef>
                <a:spcPts val="1000"/>
              </a:spcBef>
              <a:spcAft>
                <a:spcPts val="0"/>
              </a:spcAft>
              <a:buClr>
                <a:schemeClr val="dk1"/>
              </a:buClr>
              <a:buSzPts val="2800"/>
              <a:buNone/>
            </a:pPr>
            <a:br>
              <a:rPr lang="en-IN"/>
            </a:br>
            <a:endParaRPr/>
          </a:p>
        </p:txBody>
      </p:sp>
      <p:pic>
        <p:nvPicPr>
          <p:cNvPr id="165" name="Google Shape;165;p12"/>
          <p:cNvPicPr preferRelativeResize="0"/>
          <p:nvPr/>
        </p:nvPicPr>
        <p:blipFill rotWithShape="1">
          <a:blip r:embed="rId3">
            <a:alphaModFix/>
          </a:blip>
          <a:srcRect b="0" l="0" r="0" t="0"/>
          <a:stretch/>
        </p:blipFill>
        <p:spPr>
          <a:xfrm>
            <a:off x="1894788" y="2837468"/>
            <a:ext cx="6202837" cy="320752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7FC"/>
            </a:gs>
            <a:gs pos="74000">
              <a:srgbClr val="A9BEE4"/>
            </a:gs>
            <a:gs pos="83000">
              <a:srgbClr val="A9BEE4"/>
            </a:gs>
            <a:gs pos="100000">
              <a:srgbClr val="C5D3ED"/>
            </a:gs>
          </a:gsLst>
          <a:lin ang="5400000" scaled="0"/>
        </a:gradFill>
      </p:bgPr>
    </p:bg>
    <p:spTree>
      <p:nvGrpSpPr>
        <p:cNvPr id="169" name="Shape 169"/>
        <p:cNvGrpSpPr/>
        <p:nvPr/>
      </p:nvGrpSpPr>
      <p:grpSpPr>
        <a:xfrm>
          <a:off x="0" y="0"/>
          <a:ext cx="0" cy="0"/>
          <a:chOff x="0" y="0"/>
          <a:chExt cx="0" cy="0"/>
        </a:xfrm>
      </p:grpSpPr>
      <p:sp>
        <p:nvSpPr>
          <p:cNvPr id="170" name="Google Shape;17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571500" lvl="0" marL="571500" rtl="0" algn="l">
              <a:lnSpc>
                <a:spcPct val="90000"/>
              </a:lnSpc>
              <a:spcBef>
                <a:spcPts val="0"/>
              </a:spcBef>
              <a:spcAft>
                <a:spcPts val="0"/>
              </a:spcAft>
              <a:buClr>
                <a:schemeClr val="dk1"/>
              </a:buClr>
              <a:buSzPts val="3200"/>
              <a:buFont typeface="Noto Sans Symbols"/>
              <a:buChar char="❖"/>
            </a:pPr>
            <a:r>
              <a:rPr b="1" lang="en-IN" sz="3200">
                <a:latin typeface="Calibri"/>
                <a:ea typeface="Calibri"/>
                <a:cs typeface="Calibri"/>
                <a:sym typeface="Calibri"/>
              </a:rPr>
              <a:t>RESULT:</a:t>
            </a:r>
            <a:endParaRPr sz="3200"/>
          </a:p>
        </p:txBody>
      </p:sp>
      <p:pic>
        <p:nvPicPr>
          <p:cNvPr id="171" name="Google Shape;171;p13"/>
          <p:cNvPicPr preferRelativeResize="0"/>
          <p:nvPr>
            <p:ph idx="1" type="body"/>
          </p:nvPr>
        </p:nvPicPr>
        <p:blipFill rotWithShape="1">
          <a:blip r:embed="rId3">
            <a:alphaModFix/>
          </a:blip>
          <a:srcRect b="0" l="0" r="0" t="0"/>
          <a:stretch/>
        </p:blipFill>
        <p:spPr>
          <a:xfrm>
            <a:off x="1574881" y="1888770"/>
            <a:ext cx="7978462" cy="1985646"/>
          </a:xfrm>
          <a:prstGeom prst="rect">
            <a:avLst/>
          </a:prstGeom>
          <a:noFill/>
          <a:ln>
            <a:noFill/>
          </a:ln>
        </p:spPr>
      </p:pic>
      <p:sp>
        <p:nvSpPr>
          <p:cNvPr id="172" name="Google Shape;172;p13"/>
          <p:cNvSpPr txBox="1"/>
          <p:nvPr/>
        </p:nvSpPr>
        <p:spPr>
          <a:xfrm>
            <a:off x="1395772" y="4072498"/>
            <a:ext cx="8351544" cy="1168269"/>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7000"/>
              </a:lnSpc>
              <a:spcBef>
                <a:spcPts val="0"/>
              </a:spcBef>
              <a:spcAft>
                <a:spcPts val="0"/>
              </a:spcAft>
              <a:buClr>
                <a:schemeClr val="dk1"/>
              </a:buClr>
              <a:buSzPts val="2000"/>
              <a:buFont typeface="Arial"/>
              <a:buChar char="•"/>
            </a:pPr>
            <a:r>
              <a:rPr b="0" i="0" lang="en-IN" sz="2000" u="none" cap="none" strike="noStrike">
                <a:solidFill>
                  <a:schemeClr val="dk1"/>
                </a:solidFill>
                <a:latin typeface="Calibri"/>
                <a:ea typeface="Calibri"/>
                <a:cs typeface="Calibri"/>
                <a:sym typeface="Calibri"/>
              </a:rPr>
              <a:t>Above are the are two duplicate rows if we partition the data by job_id. </a:t>
            </a:r>
            <a:endParaRPr/>
          </a:p>
          <a:p>
            <a:pPr indent="-285750" lvl="0" marL="285750" marR="0" rtl="0" algn="l">
              <a:lnSpc>
                <a:spcPct val="107000"/>
              </a:lnSpc>
              <a:spcBef>
                <a:spcPts val="800"/>
              </a:spcBef>
              <a:spcAft>
                <a:spcPts val="0"/>
              </a:spcAft>
              <a:buClr>
                <a:schemeClr val="dk1"/>
              </a:buClr>
              <a:buSzPts val="2000"/>
              <a:buFont typeface="Arial"/>
              <a:buChar char="•"/>
            </a:pPr>
            <a:r>
              <a:rPr b="0" i="0" lang="en-IN" sz="2000" u="none" cap="none" strike="noStrike">
                <a:solidFill>
                  <a:schemeClr val="dk1"/>
                </a:solidFill>
                <a:latin typeface="Calibri"/>
                <a:ea typeface="Calibri"/>
                <a:cs typeface="Calibri"/>
                <a:sym typeface="Calibri"/>
              </a:rPr>
              <a:t>Data </a:t>
            </a:r>
            <a:r>
              <a:rPr b="0" i="0" lang="en-IN" sz="2000" u="none" cap="none" strike="noStrike">
                <a:solidFill>
                  <a:srgbClr val="1F2328"/>
                </a:solidFill>
                <a:latin typeface="Arial"/>
                <a:ea typeface="Arial"/>
                <a:cs typeface="Arial"/>
                <a:sym typeface="Arial"/>
              </a:rPr>
              <a:t>validation mechanisms need to be implemented to prevent duplicates and maintain data integrity.</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7FC"/>
            </a:gs>
            <a:gs pos="74000">
              <a:srgbClr val="A9BEE4"/>
            </a:gs>
            <a:gs pos="83000">
              <a:srgbClr val="A9BEE4"/>
            </a:gs>
            <a:gs pos="100000">
              <a:srgbClr val="C5D3ED"/>
            </a:gs>
          </a:gsLst>
          <a:lin ang="5400000" scaled="0"/>
        </a:gradFill>
      </p:bgPr>
    </p:bg>
    <p:spTree>
      <p:nvGrpSpPr>
        <p:cNvPr id="176" name="Shape 176"/>
        <p:cNvGrpSpPr/>
        <p:nvPr/>
      </p:nvGrpSpPr>
      <p:grpSpPr>
        <a:xfrm>
          <a:off x="0" y="0"/>
          <a:ext cx="0" cy="0"/>
          <a:chOff x="0" y="0"/>
          <a:chExt cx="0" cy="0"/>
        </a:xfrm>
      </p:grpSpPr>
      <p:sp>
        <p:nvSpPr>
          <p:cNvPr id="177" name="Google Shape;177;p14"/>
          <p:cNvSpPr txBox="1"/>
          <p:nvPr>
            <p:ph idx="1" type="body"/>
          </p:nvPr>
        </p:nvSpPr>
        <p:spPr>
          <a:xfrm>
            <a:off x="1300899" y="2479249"/>
            <a:ext cx="9864365" cy="358303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IN" sz="2000"/>
              <a:t>Here will be working with three tables:</a:t>
            </a:r>
            <a:endParaRPr/>
          </a:p>
          <a:p>
            <a:pPr indent="-228600" lvl="0" marL="228600" rtl="0" algn="l">
              <a:lnSpc>
                <a:spcPct val="90000"/>
              </a:lnSpc>
              <a:spcBef>
                <a:spcPts val="1000"/>
              </a:spcBef>
              <a:spcAft>
                <a:spcPts val="0"/>
              </a:spcAft>
              <a:buClr>
                <a:schemeClr val="dk1"/>
              </a:buClr>
              <a:buSzPts val="2000"/>
              <a:buFont typeface="Courier New"/>
              <a:buChar char="o"/>
            </a:pPr>
            <a:r>
              <a:rPr b="1" lang="en-IN" sz="2000"/>
              <a:t>users: </a:t>
            </a:r>
            <a:r>
              <a:rPr lang="en-IN" sz="2000"/>
              <a:t>Contains one row per user, with descriptive information about that user’s account.</a:t>
            </a:r>
            <a:endParaRPr/>
          </a:p>
          <a:p>
            <a:pPr indent="-228600" lvl="0" marL="228600" rtl="0" algn="l">
              <a:lnSpc>
                <a:spcPct val="90000"/>
              </a:lnSpc>
              <a:spcBef>
                <a:spcPts val="1000"/>
              </a:spcBef>
              <a:spcAft>
                <a:spcPts val="0"/>
              </a:spcAft>
              <a:buClr>
                <a:schemeClr val="dk1"/>
              </a:buClr>
              <a:buSzPts val="2000"/>
              <a:buFont typeface="Courier New"/>
              <a:buChar char="o"/>
            </a:pPr>
            <a:r>
              <a:rPr b="1" lang="en-IN" sz="2000"/>
              <a:t>events: </a:t>
            </a:r>
            <a:r>
              <a:rPr lang="en-IN" sz="2000"/>
              <a:t>Contains one row per event, where an event is an action that a user has taken (e.g., login, messaging, search).</a:t>
            </a:r>
            <a:endParaRPr/>
          </a:p>
          <a:p>
            <a:pPr indent="-228600" lvl="0" marL="228600" rtl="0" algn="l">
              <a:lnSpc>
                <a:spcPct val="90000"/>
              </a:lnSpc>
              <a:spcBef>
                <a:spcPts val="1000"/>
              </a:spcBef>
              <a:spcAft>
                <a:spcPts val="0"/>
              </a:spcAft>
              <a:buClr>
                <a:schemeClr val="dk1"/>
              </a:buClr>
              <a:buSzPts val="2000"/>
              <a:buFont typeface="Courier New"/>
              <a:buChar char="o"/>
            </a:pPr>
            <a:r>
              <a:rPr b="1" lang="en-IN" sz="2000"/>
              <a:t>email_events: </a:t>
            </a:r>
            <a:r>
              <a:rPr lang="en-IN" sz="2000"/>
              <a:t>Contains events specific to the sending of emails.</a:t>
            </a:r>
            <a:endParaRPr/>
          </a:p>
          <a:p>
            <a:pPr indent="0" lvl="0" marL="0" rtl="0" algn="l">
              <a:lnSpc>
                <a:spcPct val="90000"/>
              </a:lnSpc>
              <a:spcBef>
                <a:spcPts val="1000"/>
              </a:spcBef>
              <a:spcAft>
                <a:spcPts val="0"/>
              </a:spcAft>
              <a:buClr>
                <a:schemeClr val="dk1"/>
              </a:buClr>
              <a:buSzPts val="2000"/>
              <a:buNone/>
            </a:pPr>
            <a:r>
              <a:t/>
            </a:r>
            <a:endParaRPr sz="2000"/>
          </a:p>
          <a:p>
            <a:pPr indent="-228600" lvl="0" marL="228600" rtl="0" algn="l">
              <a:lnSpc>
                <a:spcPct val="90000"/>
              </a:lnSpc>
              <a:spcBef>
                <a:spcPts val="1000"/>
              </a:spcBef>
              <a:spcAft>
                <a:spcPts val="0"/>
              </a:spcAft>
              <a:buClr>
                <a:schemeClr val="dk1"/>
              </a:buClr>
              <a:buSzPts val="2000"/>
              <a:buChar char="•"/>
            </a:pPr>
            <a:r>
              <a:rPr lang="en-IN" sz="2000"/>
              <a:t>The 3 datasets are cleaned for blanks fields and then imported to MYSQL workbench to further perform the queries.</a:t>
            </a:r>
            <a:endParaRPr sz="2000"/>
          </a:p>
        </p:txBody>
      </p:sp>
      <p:sp>
        <p:nvSpPr>
          <p:cNvPr id="178" name="Google Shape;178;p14"/>
          <p:cNvSpPr txBox="1"/>
          <p:nvPr/>
        </p:nvSpPr>
        <p:spPr>
          <a:xfrm>
            <a:off x="2243578" y="1351902"/>
            <a:ext cx="8352148"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N" sz="3200" u="none" cap="none" strike="noStrike">
                <a:solidFill>
                  <a:schemeClr val="dk1"/>
                </a:solidFill>
                <a:latin typeface="Calibri"/>
                <a:ea typeface="Calibri"/>
                <a:cs typeface="Calibri"/>
                <a:sym typeface="Calibri"/>
              </a:rPr>
              <a:t>CASE STUDY 2: INVESTIGATING METRIC SPIKE</a:t>
            </a:r>
            <a:endParaRPr sz="32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7FC"/>
            </a:gs>
            <a:gs pos="74000">
              <a:srgbClr val="A9BEE4"/>
            </a:gs>
            <a:gs pos="83000">
              <a:srgbClr val="A9BEE4"/>
            </a:gs>
            <a:gs pos="100000">
              <a:srgbClr val="C5D3ED"/>
            </a:gs>
          </a:gsLst>
          <a:lin ang="5400000" scaled="0"/>
        </a:gradFill>
      </p:bgPr>
    </p:bg>
    <p:spTree>
      <p:nvGrpSpPr>
        <p:cNvPr id="182" name="Shape 182"/>
        <p:cNvGrpSpPr/>
        <p:nvPr/>
      </p:nvGrpSpPr>
      <p:grpSpPr>
        <a:xfrm>
          <a:off x="0" y="0"/>
          <a:ext cx="0" cy="0"/>
          <a:chOff x="0" y="0"/>
          <a:chExt cx="0" cy="0"/>
        </a:xfrm>
      </p:grpSpPr>
      <p:sp>
        <p:nvSpPr>
          <p:cNvPr id="183" name="Google Shape;183;p15"/>
          <p:cNvSpPr txBox="1"/>
          <p:nvPr>
            <p:ph idx="1" type="body"/>
          </p:nvPr>
        </p:nvSpPr>
        <p:spPr>
          <a:xfrm>
            <a:off x="1234912" y="1211346"/>
            <a:ext cx="10741058" cy="542041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Font typeface="Noto Sans Symbols"/>
              <a:buChar char="❖"/>
            </a:pPr>
            <a:r>
              <a:rPr b="1" lang="en-IN" sz="3200"/>
              <a:t>INSIGHTS:</a:t>
            </a:r>
            <a:endParaRPr/>
          </a:p>
          <a:p>
            <a:pPr indent="-228600" lvl="0" marL="228600" rtl="0" algn="l">
              <a:lnSpc>
                <a:spcPct val="90000"/>
              </a:lnSpc>
              <a:spcBef>
                <a:spcPts val="1000"/>
              </a:spcBef>
              <a:spcAft>
                <a:spcPts val="0"/>
              </a:spcAft>
              <a:buClr>
                <a:schemeClr val="dk1"/>
              </a:buClr>
              <a:buSzPts val="3200"/>
              <a:buFont typeface="Noto Sans Symbols"/>
              <a:buChar char="❑"/>
            </a:pPr>
            <a:r>
              <a:rPr b="1" lang="en-IN" sz="3200"/>
              <a:t>QUERY 1:</a:t>
            </a:r>
            <a:endParaRPr/>
          </a:p>
          <a:p>
            <a:pPr indent="-228600" lvl="0" marL="228600" rtl="0" algn="l">
              <a:lnSpc>
                <a:spcPct val="90000"/>
              </a:lnSpc>
              <a:spcBef>
                <a:spcPts val="1000"/>
              </a:spcBef>
              <a:spcAft>
                <a:spcPts val="0"/>
              </a:spcAft>
              <a:buClr>
                <a:schemeClr val="dk1"/>
              </a:buClr>
              <a:buSzPts val="2400"/>
              <a:buChar char="•"/>
            </a:pPr>
            <a:r>
              <a:rPr lang="en-IN" sz="2400"/>
              <a:t> Below query gives the weekly user engagement to measure the activeness of users on a weekly basis.</a:t>
            </a:r>
            <a:endParaRPr/>
          </a:p>
        </p:txBody>
      </p:sp>
      <p:pic>
        <p:nvPicPr>
          <p:cNvPr id="184" name="Google Shape;184;p15"/>
          <p:cNvPicPr preferRelativeResize="0"/>
          <p:nvPr/>
        </p:nvPicPr>
        <p:blipFill rotWithShape="1">
          <a:blip r:embed="rId3">
            <a:alphaModFix/>
          </a:blip>
          <a:srcRect b="0" l="0" r="0" t="0"/>
          <a:stretch/>
        </p:blipFill>
        <p:spPr>
          <a:xfrm>
            <a:off x="1743702" y="3601040"/>
            <a:ext cx="7372020" cy="28865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7FC"/>
            </a:gs>
            <a:gs pos="74000">
              <a:srgbClr val="A9BEE4"/>
            </a:gs>
            <a:gs pos="83000">
              <a:srgbClr val="A9BEE4"/>
            </a:gs>
            <a:gs pos="100000">
              <a:srgbClr val="C5D3ED"/>
            </a:gs>
          </a:gsLst>
          <a:lin ang="5400000" scaled="0"/>
        </a:gradFill>
      </p:bgPr>
    </p:bg>
    <p:spTree>
      <p:nvGrpSpPr>
        <p:cNvPr id="188" name="Shape 188"/>
        <p:cNvGrpSpPr/>
        <p:nvPr/>
      </p:nvGrpSpPr>
      <p:grpSpPr>
        <a:xfrm>
          <a:off x="0" y="0"/>
          <a:ext cx="0" cy="0"/>
          <a:chOff x="0" y="0"/>
          <a:chExt cx="0" cy="0"/>
        </a:xfrm>
      </p:grpSpPr>
      <p:sp>
        <p:nvSpPr>
          <p:cNvPr id="189" name="Google Shape;189;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457200" lvl="0" marL="457200" rtl="0" algn="l">
              <a:lnSpc>
                <a:spcPct val="90000"/>
              </a:lnSpc>
              <a:spcBef>
                <a:spcPts val="0"/>
              </a:spcBef>
              <a:spcAft>
                <a:spcPts val="0"/>
              </a:spcAft>
              <a:buClr>
                <a:schemeClr val="dk1"/>
              </a:buClr>
              <a:buSzPts val="3200"/>
              <a:buFont typeface="Noto Sans Symbols"/>
              <a:buChar char="❖"/>
            </a:pPr>
            <a:r>
              <a:rPr b="1" lang="en-IN" sz="3200">
                <a:latin typeface="Calibri"/>
                <a:ea typeface="Calibri"/>
                <a:cs typeface="Calibri"/>
                <a:sym typeface="Calibri"/>
              </a:rPr>
              <a:t>RESULT:</a:t>
            </a:r>
            <a:endParaRPr sz="3200"/>
          </a:p>
        </p:txBody>
      </p:sp>
      <p:pic>
        <p:nvPicPr>
          <p:cNvPr id="190" name="Google Shape;190;p16"/>
          <p:cNvPicPr preferRelativeResize="0"/>
          <p:nvPr>
            <p:ph idx="1" type="body"/>
          </p:nvPr>
        </p:nvPicPr>
        <p:blipFill rotWithShape="1">
          <a:blip r:embed="rId3">
            <a:alphaModFix/>
          </a:blip>
          <a:srcRect b="0" l="0" r="0" t="0"/>
          <a:stretch/>
        </p:blipFill>
        <p:spPr>
          <a:xfrm>
            <a:off x="2026259" y="1432935"/>
            <a:ext cx="4506518" cy="3781282"/>
          </a:xfrm>
          <a:prstGeom prst="rect">
            <a:avLst/>
          </a:prstGeom>
          <a:noFill/>
          <a:ln>
            <a:noFill/>
          </a:ln>
        </p:spPr>
      </p:pic>
      <p:sp>
        <p:nvSpPr>
          <p:cNvPr id="191" name="Google Shape;191;p16"/>
          <p:cNvSpPr txBox="1"/>
          <p:nvPr/>
        </p:nvSpPr>
        <p:spPr>
          <a:xfrm>
            <a:off x="1567207" y="5593503"/>
            <a:ext cx="8180107" cy="684748"/>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7000"/>
              </a:lnSpc>
              <a:spcBef>
                <a:spcPts val="0"/>
              </a:spcBef>
              <a:spcAft>
                <a:spcPts val="0"/>
              </a:spcAft>
              <a:buClr>
                <a:schemeClr val="dk1"/>
              </a:buClr>
              <a:buSzPts val="1800"/>
              <a:buFont typeface="Arial"/>
              <a:buChar char="•"/>
            </a:pPr>
            <a:r>
              <a:rPr lang="en-IN" sz="1800">
                <a:solidFill>
                  <a:schemeClr val="dk1"/>
                </a:solidFill>
                <a:latin typeface="Calibri"/>
                <a:ea typeface="Calibri"/>
                <a:cs typeface="Calibri"/>
                <a:sym typeface="Calibri"/>
              </a:rPr>
              <a:t>The weekly user engagement increased from week 18</a:t>
            </a:r>
            <a:r>
              <a:rPr baseline="30000" lang="en-IN" sz="1800">
                <a:solidFill>
                  <a:schemeClr val="dk1"/>
                </a:solidFill>
                <a:latin typeface="Calibri"/>
                <a:ea typeface="Calibri"/>
                <a:cs typeface="Calibri"/>
                <a:sym typeface="Calibri"/>
              </a:rPr>
              <a:t>th</a:t>
            </a:r>
            <a:r>
              <a:rPr lang="en-IN" sz="1800">
                <a:solidFill>
                  <a:schemeClr val="dk1"/>
                </a:solidFill>
                <a:latin typeface="Calibri"/>
                <a:ea typeface="Calibri"/>
                <a:cs typeface="Calibri"/>
                <a:sym typeface="Calibri"/>
              </a:rPr>
              <a:t> to week 30</a:t>
            </a:r>
            <a:r>
              <a:rPr baseline="30000" lang="en-IN" sz="1800">
                <a:solidFill>
                  <a:schemeClr val="dk1"/>
                </a:solidFill>
                <a:latin typeface="Calibri"/>
                <a:ea typeface="Calibri"/>
                <a:cs typeface="Calibri"/>
                <a:sym typeface="Calibri"/>
              </a:rPr>
              <a:t>th</a:t>
            </a:r>
            <a:r>
              <a:rPr lang="en-IN" sz="1800">
                <a:solidFill>
                  <a:schemeClr val="dk1"/>
                </a:solidFill>
                <a:latin typeface="Calibri"/>
                <a:ea typeface="Calibri"/>
                <a:cs typeface="Calibri"/>
                <a:sym typeface="Calibri"/>
              </a:rPr>
              <a:t>  and then the user count started decreasing.</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7FC"/>
            </a:gs>
            <a:gs pos="74000">
              <a:srgbClr val="A9BEE4"/>
            </a:gs>
            <a:gs pos="83000">
              <a:srgbClr val="A9BEE4"/>
            </a:gs>
            <a:gs pos="100000">
              <a:srgbClr val="C5D3ED"/>
            </a:gs>
          </a:gsLst>
          <a:lin ang="5400000" scaled="0"/>
        </a:gradFill>
      </p:bgPr>
    </p:bg>
    <p:spTree>
      <p:nvGrpSpPr>
        <p:cNvPr id="195" name="Shape 195"/>
        <p:cNvGrpSpPr/>
        <p:nvPr/>
      </p:nvGrpSpPr>
      <p:grpSpPr>
        <a:xfrm>
          <a:off x="0" y="0"/>
          <a:ext cx="0" cy="0"/>
          <a:chOff x="0" y="0"/>
          <a:chExt cx="0" cy="0"/>
        </a:xfrm>
      </p:grpSpPr>
      <p:sp>
        <p:nvSpPr>
          <p:cNvPr id="196" name="Google Shape;196;p17"/>
          <p:cNvSpPr txBox="1"/>
          <p:nvPr>
            <p:ph idx="1" type="body"/>
          </p:nvPr>
        </p:nvSpPr>
        <p:spPr>
          <a:xfrm>
            <a:off x="1300113" y="1074656"/>
            <a:ext cx="10515600" cy="60991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3200"/>
              <a:buFont typeface="Noto Sans Symbols"/>
              <a:buChar char="❑"/>
            </a:pPr>
            <a:r>
              <a:rPr b="1" lang="en-IN" sz="3200"/>
              <a:t>QUERY 2:</a:t>
            </a:r>
            <a:endParaRPr/>
          </a:p>
          <a:p>
            <a:pPr indent="-228600" lvl="0" marL="228600" rtl="0" algn="l">
              <a:lnSpc>
                <a:spcPct val="90000"/>
              </a:lnSpc>
              <a:spcBef>
                <a:spcPts val="1000"/>
              </a:spcBef>
              <a:spcAft>
                <a:spcPts val="0"/>
              </a:spcAft>
              <a:buClr>
                <a:schemeClr val="dk1"/>
              </a:buClr>
              <a:buSzPts val="2000"/>
              <a:buChar char="•"/>
            </a:pPr>
            <a:r>
              <a:rPr lang="en-IN" sz="2000"/>
              <a:t>Below query gives growth of users over time for a product.</a:t>
            </a:r>
            <a:endParaRPr/>
          </a:p>
        </p:txBody>
      </p:sp>
      <p:pic>
        <p:nvPicPr>
          <p:cNvPr id="197" name="Google Shape;197;p17"/>
          <p:cNvPicPr preferRelativeResize="0"/>
          <p:nvPr/>
        </p:nvPicPr>
        <p:blipFill rotWithShape="1">
          <a:blip r:embed="rId3">
            <a:alphaModFix/>
          </a:blip>
          <a:srcRect b="0" l="0" r="0" t="0"/>
          <a:stretch/>
        </p:blipFill>
        <p:spPr>
          <a:xfrm>
            <a:off x="1470581" y="2818911"/>
            <a:ext cx="7560561" cy="3445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7FC"/>
            </a:gs>
            <a:gs pos="74000">
              <a:srgbClr val="A9BEE4"/>
            </a:gs>
            <a:gs pos="83000">
              <a:srgbClr val="A9BEE4"/>
            </a:gs>
            <a:gs pos="100000">
              <a:srgbClr val="C5D3ED"/>
            </a:gs>
          </a:gsLst>
          <a:lin ang="5400000" scaled="0"/>
        </a:gradFill>
      </p:bgPr>
    </p:bg>
    <p:spTree>
      <p:nvGrpSpPr>
        <p:cNvPr id="201" name="Shape 201"/>
        <p:cNvGrpSpPr/>
        <p:nvPr/>
      </p:nvGrpSpPr>
      <p:grpSpPr>
        <a:xfrm>
          <a:off x="0" y="0"/>
          <a:ext cx="0" cy="0"/>
          <a:chOff x="0" y="0"/>
          <a:chExt cx="0" cy="0"/>
        </a:xfrm>
      </p:grpSpPr>
      <p:sp>
        <p:nvSpPr>
          <p:cNvPr id="202" name="Google Shape;202;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571500" lvl="0" marL="571500" rtl="0" algn="l">
              <a:lnSpc>
                <a:spcPct val="90000"/>
              </a:lnSpc>
              <a:spcBef>
                <a:spcPts val="0"/>
              </a:spcBef>
              <a:spcAft>
                <a:spcPts val="0"/>
              </a:spcAft>
              <a:buClr>
                <a:schemeClr val="dk1"/>
              </a:buClr>
              <a:buSzPts val="3200"/>
              <a:buFont typeface="Noto Sans Symbols"/>
              <a:buChar char="❖"/>
            </a:pPr>
            <a:r>
              <a:rPr b="1" lang="en-IN" sz="3200">
                <a:latin typeface="Calibri"/>
                <a:ea typeface="Calibri"/>
                <a:cs typeface="Calibri"/>
                <a:sym typeface="Calibri"/>
              </a:rPr>
              <a:t>RESULT:</a:t>
            </a:r>
            <a:endParaRPr sz="3200"/>
          </a:p>
        </p:txBody>
      </p:sp>
      <p:sp>
        <p:nvSpPr>
          <p:cNvPr id="203" name="Google Shape;203;p18"/>
          <p:cNvSpPr txBox="1"/>
          <p:nvPr/>
        </p:nvSpPr>
        <p:spPr>
          <a:xfrm>
            <a:off x="838200" y="5870508"/>
            <a:ext cx="8953106" cy="736355"/>
          </a:xfrm>
          <a:prstGeom prst="rect">
            <a:avLst/>
          </a:prstGeom>
          <a:noFill/>
          <a:ln>
            <a:noFill/>
          </a:ln>
        </p:spPr>
        <p:txBody>
          <a:bodyPr anchorCtr="0" anchor="t" bIns="45700" lIns="91425" spcFirstLastPara="1" rIns="91425" wrap="square" tIns="45700">
            <a:spAutoFit/>
          </a:bodyPr>
          <a:lstStyle/>
          <a:p>
            <a:pPr indent="0" lvl="0" marL="0" marR="0" rtl="0" algn="l">
              <a:lnSpc>
                <a:spcPct val="107000"/>
              </a:lnSpc>
              <a:spcBef>
                <a:spcPts val="0"/>
              </a:spcBef>
              <a:spcAft>
                <a:spcPts val="0"/>
              </a:spcAft>
              <a:buNone/>
            </a:pPr>
            <a:r>
              <a:rPr lang="en-IN" sz="2000">
                <a:solidFill>
                  <a:schemeClr val="dk1"/>
                </a:solidFill>
                <a:latin typeface="Calibri"/>
                <a:ea typeface="Calibri"/>
                <a:cs typeface="Calibri"/>
                <a:sym typeface="Calibri"/>
              </a:rPr>
              <a:t>Above results shows that in the year 2014 the growth rate of users has increased and it is 85.74 %. </a:t>
            </a:r>
            <a:endParaRPr sz="2000">
              <a:solidFill>
                <a:schemeClr val="dk1"/>
              </a:solidFill>
              <a:latin typeface="Calibri"/>
              <a:ea typeface="Calibri"/>
              <a:cs typeface="Calibri"/>
              <a:sym typeface="Calibri"/>
            </a:endParaRPr>
          </a:p>
        </p:txBody>
      </p:sp>
      <p:pic>
        <p:nvPicPr>
          <p:cNvPr id="204" name="Google Shape;204;p18"/>
          <p:cNvPicPr preferRelativeResize="0"/>
          <p:nvPr/>
        </p:nvPicPr>
        <p:blipFill rotWithShape="1">
          <a:blip r:embed="rId3">
            <a:alphaModFix/>
          </a:blip>
          <a:srcRect b="0" l="0" r="0" t="0"/>
          <a:stretch/>
        </p:blipFill>
        <p:spPr>
          <a:xfrm>
            <a:off x="1550639" y="1953690"/>
            <a:ext cx="6151060" cy="314136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7FC"/>
            </a:gs>
            <a:gs pos="74000">
              <a:srgbClr val="A9BEE4"/>
            </a:gs>
            <a:gs pos="83000">
              <a:srgbClr val="A9BEE4"/>
            </a:gs>
            <a:gs pos="100000">
              <a:srgbClr val="C5D3ED"/>
            </a:gs>
          </a:gsLst>
          <a:lin ang="5400000" scaled="0"/>
        </a:gradFill>
      </p:bgPr>
    </p:bg>
    <p:spTree>
      <p:nvGrpSpPr>
        <p:cNvPr id="208" name="Shape 208"/>
        <p:cNvGrpSpPr/>
        <p:nvPr/>
      </p:nvGrpSpPr>
      <p:grpSpPr>
        <a:xfrm>
          <a:off x="0" y="0"/>
          <a:ext cx="0" cy="0"/>
          <a:chOff x="0" y="0"/>
          <a:chExt cx="0" cy="0"/>
        </a:xfrm>
      </p:grpSpPr>
      <p:sp>
        <p:nvSpPr>
          <p:cNvPr id="209" name="Google Shape;209;p19"/>
          <p:cNvSpPr txBox="1"/>
          <p:nvPr>
            <p:ph type="title"/>
          </p:nvPr>
        </p:nvSpPr>
        <p:spPr>
          <a:xfrm>
            <a:off x="960749" y="676209"/>
            <a:ext cx="10515600" cy="2632599"/>
          </a:xfrm>
          <a:prstGeom prst="rect">
            <a:avLst/>
          </a:prstGeom>
          <a:noFill/>
          <a:ln>
            <a:noFill/>
          </a:ln>
        </p:spPr>
        <p:txBody>
          <a:bodyPr anchorCtr="0" anchor="ctr" bIns="45700" lIns="91425" spcFirstLastPara="1" rIns="91425" wrap="square" tIns="45700">
            <a:normAutofit/>
          </a:bodyPr>
          <a:lstStyle/>
          <a:p>
            <a:pPr indent="-571500" lvl="0" marL="571500" rtl="0" algn="l">
              <a:lnSpc>
                <a:spcPct val="90000"/>
              </a:lnSpc>
              <a:spcBef>
                <a:spcPts val="0"/>
              </a:spcBef>
              <a:spcAft>
                <a:spcPts val="0"/>
              </a:spcAft>
              <a:buClr>
                <a:schemeClr val="dk1"/>
              </a:buClr>
              <a:buSzPts val="3200"/>
              <a:buFont typeface="Noto Sans Symbols"/>
              <a:buChar char="❑"/>
            </a:pPr>
            <a:r>
              <a:rPr b="1" lang="en-IN" sz="3200">
                <a:latin typeface="Calibri"/>
                <a:ea typeface="Calibri"/>
                <a:cs typeface="Calibri"/>
                <a:sym typeface="Calibri"/>
              </a:rPr>
              <a:t>QUERY 3:</a:t>
            </a:r>
            <a:br>
              <a:rPr b="1" lang="en-IN" sz="4400"/>
            </a:br>
            <a:br>
              <a:rPr b="1" lang="en-IN" sz="2000">
                <a:latin typeface="Calibri"/>
                <a:ea typeface="Calibri"/>
                <a:cs typeface="Calibri"/>
                <a:sym typeface="Calibri"/>
              </a:rPr>
            </a:br>
            <a:r>
              <a:rPr lang="en-IN" sz="2000">
                <a:latin typeface="Calibri"/>
                <a:ea typeface="Calibri"/>
                <a:cs typeface="Calibri"/>
                <a:sym typeface="Calibri"/>
              </a:rPr>
              <a:t>Below query is performed to analyze the retention of users on a weekly basis after signing up for a product.</a:t>
            </a:r>
            <a:br>
              <a:rPr b="1" lang="en-IN" sz="2000">
                <a:latin typeface="Calibri"/>
                <a:ea typeface="Calibri"/>
                <a:cs typeface="Calibri"/>
                <a:sym typeface="Calibri"/>
              </a:rPr>
            </a:br>
            <a:endParaRPr sz="2000">
              <a:latin typeface="Calibri"/>
              <a:ea typeface="Calibri"/>
              <a:cs typeface="Calibri"/>
              <a:sym typeface="Calibri"/>
            </a:endParaRPr>
          </a:p>
        </p:txBody>
      </p:sp>
      <p:pic>
        <p:nvPicPr>
          <p:cNvPr id="210" name="Google Shape;210;p19"/>
          <p:cNvPicPr preferRelativeResize="0"/>
          <p:nvPr>
            <p:ph idx="1" type="body"/>
          </p:nvPr>
        </p:nvPicPr>
        <p:blipFill rotWithShape="1">
          <a:blip r:embed="rId3">
            <a:alphaModFix/>
          </a:blip>
          <a:srcRect b="0" l="0" r="0" t="0"/>
          <a:stretch/>
        </p:blipFill>
        <p:spPr>
          <a:xfrm>
            <a:off x="1678543" y="2608868"/>
            <a:ext cx="7880236" cy="330173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7FC"/>
            </a:gs>
            <a:gs pos="74000">
              <a:srgbClr val="A9BEE4"/>
            </a:gs>
            <a:gs pos="83000">
              <a:srgbClr val="A9BEE4"/>
            </a:gs>
            <a:gs pos="100000">
              <a:srgbClr val="C5D3ED"/>
            </a:gs>
          </a:gsLst>
          <a:lin ang="5400000" scaled="0"/>
        </a:gradFill>
      </p:bgPr>
    </p:bg>
    <p:spTree>
      <p:nvGrpSpPr>
        <p:cNvPr id="214" name="Shape 214"/>
        <p:cNvGrpSpPr/>
        <p:nvPr/>
      </p:nvGrpSpPr>
      <p:grpSpPr>
        <a:xfrm>
          <a:off x="0" y="0"/>
          <a:ext cx="0" cy="0"/>
          <a:chOff x="0" y="0"/>
          <a:chExt cx="0" cy="0"/>
        </a:xfrm>
      </p:grpSpPr>
      <p:sp>
        <p:nvSpPr>
          <p:cNvPr id="215" name="Google Shape;215;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495300" lvl="0" marL="571500" rtl="0" algn="l">
              <a:lnSpc>
                <a:spcPct val="90000"/>
              </a:lnSpc>
              <a:spcBef>
                <a:spcPts val="0"/>
              </a:spcBef>
              <a:spcAft>
                <a:spcPts val="0"/>
              </a:spcAft>
              <a:buClr>
                <a:schemeClr val="dk1"/>
              </a:buClr>
              <a:buSzPts val="3200"/>
              <a:buFont typeface="Noto Sans Symbols"/>
              <a:buChar char="❖"/>
            </a:pPr>
            <a:r>
              <a:rPr b="1" lang="en-IN" sz="3200">
                <a:latin typeface="Calibri"/>
                <a:ea typeface="Calibri"/>
                <a:cs typeface="Calibri"/>
                <a:sym typeface="Calibri"/>
              </a:rPr>
              <a:t>RESULT:</a:t>
            </a:r>
            <a:endParaRPr sz="3200"/>
          </a:p>
        </p:txBody>
      </p:sp>
      <p:sp>
        <p:nvSpPr>
          <p:cNvPr id="216" name="Google Shape;216;p20"/>
          <p:cNvSpPr txBox="1"/>
          <p:nvPr>
            <p:ph idx="1" type="body"/>
          </p:nvPr>
        </p:nvSpPr>
        <p:spPr>
          <a:xfrm>
            <a:off x="1329179" y="5525974"/>
            <a:ext cx="8823489" cy="884254"/>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IN" sz="2000">
                <a:latin typeface="Calibri"/>
                <a:ea typeface="Calibri"/>
                <a:cs typeface="Calibri"/>
                <a:sym typeface="Calibri"/>
              </a:rPr>
              <a:t>About  result gives the  counts of user's retention  on a weekly basis after signing up for a product.</a:t>
            </a:r>
            <a:endParaRPr/>
          </a:p>
          <a:p>
            <a:pPr indent="-228600" lvl="0" marL="228600" rtl="0" algn="l">
              <a:lnSpc>
                <a:spcPct val="90000"/>
              </a:lnSpc>
              <a:spcBef>
                <a:spcPts val="1000"/>
              </a:spcBef>
              <a:spcAft>
                <a:spcPts val="0"/>
              </a:spcAft>
              <a:buClr>
                <a:schemeClr val="dk1"/>
              </a:buClr>
              <a:buSzPct val="100000"/>
              <a:buChar char="•"/>
            </a:pPr>
            <a:r>
              <a:rPr lang="en-IN" sz="2000"/>
              <a:t>After the week 33 the count of users sign up has decreased in the week 35.</a:t>
            </a:r>
            <a:endParaRPr/>
          </a:p>
        </p:txBody>
      </p:sp>
      <p:pic>
        <p:nvPicPr>
          <p:cNvPr id="217" name="Google Shape;217;p20"/>
          <p:cNvPicPr preferRelativeResize="0"/>
          <p:nvPr/>
        </p:nvPicPr>
        <p:blipFill rotWithShape="1">
          <a:blip r:embed="rId3">
            <a:alphaModFix/>
          </a:blip>
          <a:srcRect b="0" l="0" r="0" t="0"/>
          <a:stretch/>
        </p:blipFill>
        <p:spPr>
          <a:xfrm>
            <a:off x="2859200" y="1484700"/>
            <a:ext cx="5262850" cy="373339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7FC"/>
            </a:gs>
            <a:gs pos="74000">
              <a:srgbClr val="A9BEE4"/>
            </a:gs>
            <a:gs pos="83000">
              <a:srgbClr val="A9BEE4"/>
            </a:gs>
            <a:gs pos="100000">
              <a:srgbClr val="C5D3ED"/>
            </a:gs>
          </a:gsLst>
          <a:lin ang="5400000" scaled="0"/>
        </a:gradFill>
      </p:bgPr>
    </p:bg>
    <p:spTree>
      <p:nvGrpSpPr>
        <p:cNvPr id="221" name="Shape 221"/>
        <p:cNvGrpSpPr/>
        <p:nvPr/>
      </p:nvGrpSpPr>
      <p:grpSpPr>
        <a:xfrm>
          <a:off x="0" y="0"/>
          <a:ext cx="0" cy="0"/>
          <a:chOff x="0" y="0"/>
          <a:chExt cx="0" cy="0"/>
        </a:xfrm>
      </p:grpSpPr>
      <p:sp>
        <p:nvSpPr>
          <p:cNvPr id="222" name="Google Shape;222;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457200" lvl="0" marL="457200" rtl="0" algn="l">
              <a:lnSpc>
                <a:spcPct val="90000"/>
              </a:lnSpc>
              <a:spcBef>
                <a:spcPts val="0"/>
              </a:spcBef>
              <a:spcAft>
                <a:spcPts val="0"/>
              </a:spcAft>
              <a:buClr>
                <a:schemeClr val="dk1"/>
              </a:buClr>
              <a:buSzPts val="3200"/>
              <a:buFont typeface="Noto Sans Symbols"/>
              <a:buChar char="❑"/>
            </a:pPr>
            <a:r>
              <a:rPr b="1" lang="en-IN" sz="3200">
                <a:latin typeface="Calibri"/>
                <a:ea typeface="Calibri"/>
                <a:cs typeface="Calibri"/>
                <a:sym typeface="Calibri"/>
              </a:rPr>
              <a:t>QUERY 4:</a:t>
            </a:r>
            <a:endParaRPr sz="3200"/>
          </a:p>
        </p:txBody>
      </p:sp>
      <p:sp>
        <p:nvSpPr>
          <p:cNvPr id="223" name="Google Shape;223;p21"/>
          <p:cNvSpPr txBox="1"/>
          <p:nvPr>
            <p:ph idx="1" type="body"/>
          </p:nvPr>
        </p:nvSpPr>
        <p:spPr>
          <a:xfrm>
            <a:off x="1200675" y="189707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n-IN" sz="2000"/>
              <a:t>Below query measures the activeness of users on a weekly basis per device.</a:t>
            </a:r>
            <a:endParaRPr/>
          </a:p>
          <a:p>
            <a:pPr indent="0" lvl="0" marL="0" rtl="0" algn="l">
              <a:lnSpc>
                <a:spcPct val="90000"/>
              </a:lnSpc>
              <a:spcBef>
                <a:spcPts val="1000"/>
              </a:spcBef>
              <a:spcAft>
                <a:spcPts val="0"/>
              </a:spcAft>
              <a:buClr>
                <a:schemeClr val="dk1"/>
              </a:buClr>
              <a:buSzPts val="2000"/>
              <a:buNone/>
            </a:pPr>
            <a:r>
              <a:t/>
            </a:r>
            <a:endParaRPr sz="2000"/>
          </a:p>
        </p:txBody>
      </p:sp>
      <p:pic>
        <p:nvPicPr>
          <p:cNvPr id="224" name="Google Shape;224;p21"/>
          <p:cNvPicPr preferRelativeResize="0"/>
          <p:nvPr/>
        </p:nvPicPr>
        <p:blipFill rotWithShape="1">
          <a:blip r:embed="rId3">
            <a:alphaModFix/>
          </a:blip>
          <a:srcRect b="0" l="0" r="0" t="0"/>
          <a:stretch/>
        </p:blipFill>
        <p:spPr>
          <a:xfrm>
            <a:off x="1561725" y="2624537"/>
            <a:ext cx="5939193" cy="313094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7FC"/>
            </a:gs>
            <a:gs pos="74000">
              <a:srgbClr val="A9BEE4"/>
            </a:gs>
            <a:gs pos="83000">
              <a:srgbClr val="A9BEE4"/>
            </a:gs>
            <a:gs pos="100000">
              <a:srgbClr val="C5D3ED"/>
            </a:gs>
          </a:gsLst>
          <a:lin ang="5400000" scaled="0"/>
        </a:gradFill>
      </p:bgPr>
    </p:bg>
    <p:spTree>
      <p:nvGrpSpPr>
        <p:cNvPr id="228" name="Shape 228"/>
        <p:cNvGrpSpPr/>
        <p:nvPr/>
      </p:nvGrpSpPr>
      <p:grpSpPr>
        <a:xfrm>
          <a:off x="0" y="0"/>
          <a:ext cx="0" cy="0"/>
          <a:chOff x="0" y="0"/>
          <a:chExt cx="0" cy="0"/>
        </a:xfrm>
      </p:grpSpPr>
      <p:sp>
        <p:nvSpPr>
          <p:cNvPr id="229" name="Google Shape;229;p22"/>
          <p:cNvSpPr txBox="1"/>
          <p:nvPr>
            <p:ph type="title"/>
          </p:nvPr>
        </p:nvSpPr>
        <p:spPr>
          <a:xfrm>
            <a:off x="838200" y="365125"/>
            <a:ext cx="10515600" cy="879213"/>
          </a:xfrm>
          <a:prstGeom prst="rect">
            <a:avLst/>
          </a:prstGeom>
          <a:noFill/>
          <a:ln>
            <a:noFill/>
          </a:ln>
        </p:spPr>
        <p:txBody>
          <a:bodyPr anchorCtr="0" anchor="ctr" bIns="45700" lIns="91425" spcFirstLastPara="1" rIns="91425" wrap="square" tIns="45700">
            <a:normAutofit/>
          </a:bodyPr>
          <a:lstStyle/>
          <a:p>
            <a:pPr indent="-495300" lvl="0" marL="571500" rtl="0" algn="l">
              <a:lnSpc>
                <a:spcPct val="90000"/>
              </a:lnSpc>
              <a:spcBef>
                <a:spcPts val="0"/>
              </a:spcBef>
              <a:spcAft>
                <a:spcPts val="0"/>
              </a:spcAft>
              <a:buClr>
                <a:schemeClr val="dk1"/>
              </a:buClr>
              <a:buSzPts val="3200"/>
              <a:buFont typeface="Noto Sans Symbols"/>
              <a:buChar char="❖"/>
            </a:pPr>
            <a:r>
              <a:rPr b="1" lang="en-IN" sz="3200">
                <a:latin typeface="Calibri"/>
                <a:ea typeface="Calibri"/>
                <a:cs typeface="Calibri"/>
                <a:sym typeface="Calibri"/>
              </a:rPr>
              <a:t>RESULT:</a:t>
            </a:r>
            <a:endParaRPr sz="3200"/>
          </a:p>
        </p:txBody>
      </p:sp>
      <p:pic>
        <p:nvPicPr>
          <p:cNvPr id="230" name="Google Shape;230;p22"/>
          <p:cNvPicPr preferRelativeResize="0"/>
          <p:nvPr>
            <p:ph idx="1" type="body"/>
          </p:nvPr>
        </p:nvPicPr>
        <p:blipFill rotWithShape="1">
          <a:blip r:embed="rId3">
            <a:alphaModFix/>
          </a:blip>
          <a:srcRect b="0" l="0" r="0" t="0"/>
          <a:stretch/>
        </p:blipFill>
        <p:spPr>
          <a:xfrm>
            <a:off x="1186679" y="1244338"/>
            <a:ext cx="3394748" cy="4121166"/>
          </a:xfrm>
          <a:prstGeom prst="rect">
            <a:avLst/>
          </a:prstGeom>
          <a:noFill/>
          <a:ln>
            <a:noFill/>
          </a:ln>
        </p:spPr>
      </p:pic>
      <p:graphicFrame>
        <p:nvGraphicFramePr>
          <p:cNvPr id="231" name="Google Shape;231;p22"/>
          <p:cNvGraphicFramePr/>
          <p:nvPr/>
        </p:nvGraphicFramePr>
        <p:xfrm>
          <a:off x="5401559" y="1244338"/>
          <a:ext cx="6146276" cy="4121165"/>
        </p:xfrm>
        <a:graphic>
          <a:graphicData uri="http://schemas.openxmlformats.org/drawingml/2006/chart">
            <c:chart r:id="rId4"/>
          </a:graphicData>
        </a:graphic>
      </p:graphicFrame>
      <p:sp>
        <p:nvSpPr>
          <p:cNvPr id="232" name="Google Shape;232;p22"/>
          <p:cNvSpPr txBox="1"/>
          <p:nvPr/>
        </p:nvSpPr>
        <p:spPr>
          <a:xfrm>
            <a:off x="1036163" y="5736210"/>
            <a:ext cx="983922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IN" sz="1800">
                <a:solidFill>
                  <a:schemeClr val="dk1"/>
                </a:solidFill>
                <a:latin typeface="Calibri"/>
                <a:ea typeface="Calibri"/>
                <a:cs typeface="Calibri"/>
                <a:sym typeface="Calibri"/>
              </a:rPr>
              <a:t>Activeness of users on weekly basis per device ,most is  for MacBook pro and next is for Lenovo ThinkPad.</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7FC"/>
            </a:gs>
            <a:gs pos="74000">
              <a:srgbClr val="A9BEE4"/>
            </a:gs>
            <a:gs pos="83000">
              <a:srgbClr val="A9BEE4"/>
            </a:gs>
            <a:gs pos="100000">
              <a:srgbClr val="C5D3ED"/>
            </a:gs>
          </a:gsLst>
          <a:lin ang="5400000" scaled="0"/>
        </a:gradFill>
      </p:bgPr>
    </p:bg>
    <p:spTree>
      <p:nvGrpSpPr>
        <p:cNvPr id="236" name="Shape 236"/>
        <p:cNvGrpSpPr/>
        <p:nvPr/>
      </p:nvGrpSpPr>
      <p:grpSpPr>
        <a:xfrm>
          <a:off x="0" y="0"/>
          <a:ext cx="0" cy="0"/>
          <a:chOff x="0" y="0"/>
          <a:chExt cx="0" cy="0"/>
        </a:xfrm>
      </p:grpSpPr>
      <p:sp>
        <p:nvSpPr>
          <p:cNvPr id="237" name="Google Shape;237;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457200" lvl="0" marL="457200" rtl="0" algn="l">
              <a:lnSpc>
                <a:spcPct val="90000"/>
              </a:lnSpc>
              <a:spcBef>
                <a:spcPts val="0"/>
              </a:spcBef>
              <a:spcAft>
                <a:spcPts val="0"/>
              </a:spcAft>
              <a:buClr>
                <a:schemeClr val="dk1"/>
              </a:buClr>
              <a:buSzPts val="3200"/>
              <a:buFont typeface="Noto Sans Symbols"/>
              <a:buChar char="❑"/>
            </a:pPr>
            <a:r>
              <a:rPr b="1" lang="en-IN" sz="3200">
                <a:latin typeface="Calibri"/>
                <a:ea typeface="Calibri"/>
                <a:cs typeface="Calibri"/>
                <a:sym typeface="Calibri"/>
              </a:rPr>
              <a:t>QUERY 5:</a:t>
            </a:r>
            <a:endParaRPr sz="3200"/>
          </a:p>
        </p:txBody>
      </p:sp>
      <p:sp>
        <p:nvSpPr>
          <p:cNvPr id="238" name="Google Shape;238;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IN" sz="2000"/>
              <a:t>Below SQL query is used to analyze how the users are engaging with the email service.</a:t>
            </a:r>
            <a:endParaRPr sz="2000"/>
          </a:p>
        </p:txBody>
      </p:sp>
      <p:pic>
        <p:nvPicPr>
          <p:cNvPr id="239" name="Google Shape;239;p23"/>
          <p:cNvPicPr preferRelativeResize="0"/>
          <p:nvPr/>
        </p:nvPicPr>
        <p:blipFill rotWithShape="1">
          <a:blip r:embed="rId3">
            <a:alphaModFix/>
          </a:blip>
          <a:srcRect b="0" l="0" r="0" t="0"/>
          <a:stretch/>
        </p:blipFill>
        <p:spPr>
          <a:xfrm>
            <a:off x="1263674" y="2601215"/>
            <a:ext cx="8101613" cy="3356525"/>
          </a:xfrm>
          <a:prstGeom prst="rect">
            <a:avLst/>
          </a:prstGeom>
          <a:noFill/>
          <a:ln>
            <a:noFill/>
          </a:ln>
        </p:spPr>
      </p:pic>
      <p:pic>
        <p:nvPicPr>
          <p:cNvPr id="240" name="Google Shape;240;p23"/>
          <p:cNvPicPr preferRelativeResize="0"/>
          <p:nvPr/>
        </p:nvPicPr>
        <p:blipFill rotWithShape="1">
          <a:blip r:embed="rId4">
            <a:alphaModFix/>
          </a:blip>
          <a:srcRect b="0" l="0" r="0" t="0"/>
          <a:stretch/>
        </p:blipFill>
        <p:spPr>
          <a:xfrm>
            <a:off x="4148921" y="3135604"/>
            <a:ext cx="3894157" cy="58679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7FC"/>
            </a:gs>
            <a:gs pos="74000">
              <a:srgbClr val="A9BEE4"/>
            </a:gs>
            <a:gs pos="83000">
              <a:srgbClr val="A9BEE4"/>
            </a:gs>
            <a:gs pos="100000">
              <a:srgbClr val="C5D3ED"/>
            </a:gs>
          </a:gsLst>
          <a:lin ang="5400000" scaled="0"/>
        </a:gradFill>
      </p:bgPr>
    </p:bg>
    <p:spTree>
      <p:nvGrpSpPr>
        <p:cNvPr id="244" name="Shape 244"/>
        <p:cNvGrpSpPr/>
        <p:nvPr/>
      </p:nvGrpSpPr>
      <p:grpSpPr>
        <a:xfrm>
          <a:off x="0" y="0"/>
          <a:ext cx="0" cy="0"/>
          <a:chOff x="0" y="0"/>
          <a:chExt cx="0" cy="0"/>
        </a:xfrm>
      </p:grpSpPr>
      <p:sp>
        <p:nvSpPr>
          <p:cNvPr id="245" name="Google Shape;245;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495300" lvl="0" marL="571500" rtl="0" algn="l">
              <a:lnSpc>
                <a:spcPct val="90000"/>
              </a:lnSpc>
              <a:spcBef>
                <a:spcPts val="0"/>
              </a:spcBef>
              <a:spcAft>
                <a:spcPts val="0"/>
              </a:spcAft>
              <a:buClr>
                <a:schemeClr val="dk1"/>
              </a:buClr>
              <a:buSzPts val="3200"/>
              <a:buFont typeface="Noto Sans Symbols"/>
              <a:buChar char="❖"/>
            </a:pPr>
            <a:r>
              <a:rPr b="1" lang="en-IN" sz="3200">
                <a:latin typeface="Calibri"/>
                <a:ea typeface="Calibri"/>
                <a:cs typeface="Calibri"/>
                <a:sym typeface="Calibri"/>
              </a:rPr>
              <a:t>RESULT:</a:t>
            </a:r>
            <a:endParaRPr sz="3200"/>
          </a:p>
        </p:txBody>
      </p:sp>
      <p:pic>
        <p:nvPicPr>
          <p:cNvPr id="246" name="Google Shape;246;p24"/>
          <p:cNvPicPr preferRelativeResize="0"/>
          <p:nvPr>
            <p:ph idx="1" type="body"/>
          </p:nvPr>
        </p:nvPicPr>
        <p:blipFill rotWithShape="1">
          <a:blip r:embed="rId3">
            <a:alphaModFix/>
          </a:blip>
          <a:srcRect b="0" l="0" r="0" t="0"/>
          <a:stretch/>
        </p:blipFill>
        <p:spPr>
          <a:xfrm>
            <a:off x="1185451" y="1495120"/>
            <a:ext cx="8618425" cy="3831024"/>
          </a:xfrm>
          <a:prstGeom prst="rect">
            <a:avLst/>
          </a:prstGeom>
          <a:noFill/>
          <a:ln>
            <a:noFill/>
          </a:ln>
        </p:spPr>
      </p:pic>
      <p:sp>
        <p:nvSpPr>
          <p:cNvPr id="247" name="Google Shape;247;p24"/>
          <p:cNvSpPr txBox="1"/>
          <p:nvPr/>
        </p:nvSpPr>
        <p:spPr>
          <a:xfrm>
            <a:off x="1071196" y="5723413"/>
            <a:ext cx="9801837" cy="646331"/>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Noto Sans Symbols"/>
              <a:buChar char="▪"/>
            </a:pPr>
            <a:r>
              <a:rPr lang="en-IN" sz="1800">
                <a:solidFill>
                  <a:schemeClr val="dk1"/>
                </a:solidFill>
                <a:latin typeface="Calibri"/>
                <a:ea typeface="Calibri"/>
                <a:cs typeface="Calibri"/>
                <a:sym typeface="Calibri"/>
              </a:rPr>
              <a:t>Above queries shows count of user's engagement with emails and how the users are engaged with the email service. There are total of 6179 rows .</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7FC"/>
            </a:gs>
            <a:gs pos="74000">
              <a:srgbClr val="A9BEE4"/>
            </a:gs>
            <a:gs pos="83000">
              <a:srgbClr val="A9BEE4"/>
            </a:gs>
            <a:gs pos="100000">
              <a:srgbClr val="C5D3ED"/>
            </a:gs>
          </a:gsLst>
          <a:lin ang="5400000" scaled="0"/>
        </a:gradFill>
      </p:bgPr>
    </p:bg>
    <p:spTree>
      <p:nvGrpSpPr>
        <p:cNvPr id="251" name="Shape 251"/>
        <p:cNvGrpSpPr/>
        <p:nvPr/>
      </p:nvGrpSpPr>
      <p:grpSpPr>
        <a:xfrm>
          <a:off x="0" y="0"/>
          <a:ext cx="0" cy="0"/>
          <a:chOff x="0" y="0"/>
          <a:chExt cx="0" cy="0"/>
        </a:xfrm>
      </p:grpSpPr>
      <p:sp>
        <p:nvSpPr>
          <p:cNvPr id="252" name="Google Shape;252;p25"/>
          <p:cNvSpPr txBox="1"/>
          <p:nvPr>
            <p:ph type="title"/>
          </p:nvPr>
        </p:nvSpPr>
        <p:spPr>
          <a:xfrm>
            <a:off x="1809161" y="4949073"/>
            <a:ext cx="9785808" cy="90093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br>
              <a:rPr i="0" lang="en-IN" sz="2200">
                <a:latin typeface="Calibri"/>
                <a:ea typeface="Calibri"/>
                <a:cs typeface="Calibri"/>
                <a:sym typeface="Calibri"/>
              </a:rPr>
            </a:br>
            <a:r>
              <a:rPr i="0" lang="en-IN" sz="2200">
                <a:latin typeface="Calibri"/>
                <a:ea typeface="Calibri"/>
                <a:cs typeface="Calibri"/>
                <a:sym typeface="Calibri"/>
              </a:rPr>
              <a:t>From the above output we can find that users are interested in email services and are actively engaged with emails services. </a:t>
            </a:r>
            <a:endParaRPr/>
          </a:p>
        </p:txBody>
      </p:sp>
      <p:pic>
        <p:nvPicPr>
          <p:cNvPr id="253" name="Google Shape;253;p25"/>
          <p:cNvPicPr preferRelativeResize="0"/>
          <p:nvPr>
            <p:ph idx="1" type="body"/>
          </p:nvPr>
        </p:nvPicPr>
        <p:blipFill rotWithShape="1">
          <a:blip r:embed="rId3">
            <a:alphaModFix/>
          </a:blip>
          <a:srcRect b="0" l="0" r="0" t="0"/>
          <a:stretch/>
        </p:blipFill>
        <p:spPr>
          <a:xfrm>
            <a:off x="1953387" y="1007997"/>
            <a:ext cx="4994168" cy="752546"/>
          </a:xfrm>
          <a:prstGeom prst="rect">
            <a:avLst/>
          </a:prstGeom>
          <a:noFill/>
          <a:ln>
            <a:noFill/>
          </a:ln>
        </p:spPr>
      </p:pic>
      <p:pic>
        <p:nvPicPr>
          <p:cNvPr id="254" name="Google Shape;254;p25"/>
          <p:cNvPicPr preferRelativeResize="0"/>
          <p:nvPr/>
        </p:nvPicPr>
        <p:blipFill rotWithShape="1">
          <a:blip r:embed="rId4">
            <a:alphaModFix/>
          </a:blip>
          <a:srcRect b="0" l="0" r="0" t="0"/>
          <a:stretch/>
        </p:blipFill>
        <p:spPr>
          <a:xfrm>
            <a:off x="1953387" y="2149744"/>
            <a:ext cx="5324106" cy="255851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7FC"/>
            </a:gs>
            <a:gs pos="74000">
              <a:srgbClr val="A9BEE4"/>
            </a:gs>
            <a:gs pos="83000">
              <a:srgbClr val="A9BEE4"/>
            </a:gs>
            <a:gs pos="100000">
              <a:srgbClr val="C5D3ED"/>
            </a:gs>
          </a:gsLst>
          <a:lin ang="5400000" scaled="0"/>
        </a:gradFill>
      </p:bgPr>
    </p:bg>
    <p:spTree>
      <p:nvGrpSpPr>
        <p:cNvPr id="258" name="Shape 258"/>
        <p:cNvGrpSpPr/>
        <p:nvPr/>
      </p:nvGrpSpPr>
      <p:grpSpPr>
        <a:xfrm>
          <a:off x="0" y="0"/>
          <a:ext cx="0" cy="0"/>
          <a:chOff x="0" y="0"/>
          <a:chExt cx="0" cy="0"/>
        </a:xfrm>
      </p:grpSpPr>
      <p:sp>
        <p:nvSpPr>
          <p:cNvPr id="259" name="Google Shape;259;p26"/>
          <p:cNvSpPr txBox="1"/>
          <p:nvPr>
            <p:ph type="title"/>
          </p:nvPr>
        </p:nvSpPr>
        <p:spPr>
          <a:xfrm>
            <a:off x="932468" y="1138123"/>
            <a:ext cx="10515600" cy="1325563"/>
          </a:xfrm>
          <a:prstGeom prst="rect">
            <a:avLst/>
          </a:prstGeom>
          <a:noFill/>
          <a:ln>
            <a:noFill/>
          </a:ln>
        </p:spPr>
        <p:txBody>
          <a:bodyPr anchorCtr="0" anchor="ctr" bIns="45700" lIns="91425" spcFirstLastPara="1" rIns="91425" wrap="square" tIns="45700">
            <a:normAutofit/>
          </a:bodyPr>
          <a:lstStyle/>
          <a:p>
            <a:pPr indent="-571500" lvl="0" marL="571500" rtl="0" algn="l">
              <a:lnSpc>
                <a:spcPct val="90000"/>
              </a:lnSpc>
              <a:spcBef>
                <a:spcPts val="0"/>
              </a:spcBef>
              <a:spcAft>
                <a:spcPts val="0"/>
              </a:spcAft>
              <a:buClr>
                <a:schemeClr val="dk1"/>
              </a:buClr>
              <a:buSzPts val="4000"/>
              <a:buFont typeface="Noto Sans Symbols"/>
              <a:buChar char="❖"/>
            </a:pPr>
            <a:r>
              <a:rPr b="1" lang="en-IN" sz="4000"/>
              <a:t>Drive Link:</a:t>
            </a:r>
            <a:endParaRPr/>
          </a:p>
        </p:txBody>
      </p:sp>
      <p:sp>
        <p:nvSpPr>
          <p:cNvPr id="260" name="Google Shape;260;p26"/>
          <p:cNvSpPr txBox="1"/>
          <p:nvPr>
            <p:ph idx="1" type="body"/>
          </p:nvPr>
        </p:nvSpPr>
        <p:spPr>
          <a:xfrm>
            <a:off x="932468" y="2608050"/>
            <a:ext cx="10515600" cy="4351338"/>
          </a:xfrm>
          <a:prstGeom prst="rect">
            <a:avLst/>
          </a:prstGeom>
          <a:noFill/>
          <a:ln>
            <a:noFill/>
          </a:ln>
        </p:spPr>
        <p:txBody>
          <a:bodyPr anchorCtr="0" anchor="t" bIns="45700" lIns="91425" spcFirstLastPara="1" rIns="91425" wrap="square" tIns="45700">
            <a:normAutofit/>
          </a:bodyPr>
          <a:lstStyle/>
          <a:p>
            <a:pPr indent="0" lvl="1" marL="457200" rtl="0" algn="l">
              <a:lnSpc>
                <a:spcPct val="90000"/>
              </a:lnSpc>
              <a:spcBef>
                <a:spcPts val="0"/>
              </a:spcBef>
              <a:spcAft>
                <a:spcPts val="0"/>
              </a:spcAft>
              <a:buClr>
                <a:schemeClr val="dk1"/>
              </a:buClr>
              <a:buSzPts val="2800"/>
              <a:buNone/>
            </a:pPr>
            <a:r>
              <a:rPr lang="en-IN" sz="2800" u="sng">
                <a:solidFill>
                  <a:schemeClr val="hlink"/>
                </a:solidFill>
                <a:hlinkClick r:id="rId3"/>
              </a:rPr>
              <a:t>https://docs.google.com/presentation/d/1sKJh2Tx81xPTw1WK_npUcry8f3e_MyZF/edit?usp=drive_link&amp;ouid=115113743333769008943&amp;rtpof=true&amp;sd=true</a:t>
            </a:r>
            <a:endParaRPr sz="2800"/>
          </a:p>
          <a:p>
            <a:pPr indent="0" lvl="1" marL="457200" rtl="0" algn="l">
              <a:lnSpc>
                <a:spcPct val="90000"/>
              </a:lnSpc>
              <a:spcBef>
                <a:spcPts val="0"/>
              </a:spcBef>
              <a:spcAft>
                <a:spcPts val="0"/>
              </a:spcAft>
              <a:buClr>
                <a:schemeClr val="dk1"/>
              </a:buClr>
              <a:buSzPts val="2800"/>
              <a:buNone/>
            </a:pPr>
            <a:r>
              <a:t/>
            </a:r>
            <a:endParaRPr sz="2800"/>
          </a:p>
          <a:p>
            <a:pPr indent="0" lvl="0" marL="0" rtl="0" algn="ctr">
              <a:lnSpc>
                <a:spcPct val="90000"/>
              </a:lnSpc>
              <a:spcBef>
                <a:spcPts val="1000"/>
              </a:spcBef>
              <a:spcAft>
                <a:spcPts val="0"/>
              </a:spcAft>
              <a:buClr>
                <a:schemeClr val="dk1"/>
              </a:buClr>
              <a:buSzPts val="28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5F7FC"/>
            </a:gs>
            <a:gs pos="74000">
              <a:srgbClr val="A9BEE4"/>
            </a:gs>
            <a:gs pos="83000">
              <a:srgbClr val="A9BEE4"/>
            </a:gs>
            <a:gs pos="100000">
              <a:srgbClr val="C5D3ED"/>
            </a:gs>
          </a:gsLst>
          <a:lin ang="5400000" scaled="0"/>
        </a:gradFill>
      </p:bgPr>
    </p:bg>
    <p:spTree>
      <p:nvGrpSpPr>
        <p:cNvPr id="264" name="Shape 264"/>
        <p:cNvGrpSpPr/>
        <p:nvPr/>
      </p:nvGrpSpPr>
      <p:grpSpPr>
        <a:xfrm>
          <a:off x="0" y="0"/>
          <a:ext cx="0" cy="0"/>
          <a:chOff x="0" y="0"/>
          <a:chExt cx="0" cy="0"/>
        </a:xfrm>
      </p:grpSpPr>
      <p:sp>
        <p:nvSpPr>
          <p:cNvPr id="265" name="Google Shape;265;p27"/>
          <p:cNvSpPr txBox="1"/>
          <p:nvPr>
            <p:ph idx="1" type="body"/>
          </p:nvPr>
        </p:nvSpPr>
        <p:spPr>
          <a:xfrm>
            <a:off x="762785" y="1159497"/>
            <a:ext cx="10515600" cy="514944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8800"/>
              <a:buNone/>
            </a:pPr>
            <a:r>
              <a:t/>
            </a:r>
            <a:endParaRPr b="1" sz="8800"/>
          </a:p>
          <a:p>
            <a:pPr indent="0" lvl="0" marL="0" rtl="0" algn="ctr">
              <a:lnSpc>
                <a:spcPct val="90000"/>
              </a:lnSpc>
              <a:spcBef>
                <a:spcPts val="1000"/>
              </a:spcBef>
              <a:spcAft>
                <a:spcPts val="0"/>
              </a:spcAft>
              <a:buClr>
                <a:schemeClr val="dk1"/>
              </a:buClr>
              <a:buSzPts val="8800"/>
              <a:buNone/>
            </a:pPr>
            <a:r>
              <a:rPr b="1" lang="en-IN" sz="8800"/>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2024-10-21T19:06:24Z</dcterms:created>
  <dc:creator>jaishree shivanaikar</dc:creator>
</cp:coreProperties>
</file>