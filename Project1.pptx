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D6686A-5906-415C-8F3A-F76DD05A5977}" type="doc">
      <dgm:prSet loTypeId="urn:microsoft.com/office/officeart/2005/8/layout/process1" loCatId="process" qsTypeId="urn:microsoft.com/office/officeart/2005/8/quickstyle/3d2" qsCatId="3D" csTypeId="urn:microsoft.com/office/officeart/2005/8/colors/accent1_2" csCatId="accent1" phldr="1"/>
      <dgm:spPr/>
      <dgm:t>
        <a:bodyPr/>
        <a:lstStyle/>
        <a:p>
          <a:endParaRPr lang="en-IN"/>
        </a:p>
      </dgm:t>
    </dgm:pt>
    <dgm:pt modelId="{4FB872CF-3190-4B84-B98B-6030829C5199}" type="pres">
      <dgm:prSet presAssocID="{34D6686A-5906-415C-8F3A-F76DD05A5977}" presName="Name0" presStyleCnt="0">
        <dgm:presLayoutVars>
          <dgm:dir/>
          <dgm:resizeHandles val="exact"/>
        </dgm:presLayoutVars>
      </dgm:prSet>
      <dgm:spPr/>
    </dgm:pt>
  </dgm:ptLst>
  <dgm:cxnLst>
    <dgm:cxn modelId="{7E1DF030-8198-4294-9B98-66C91C61D95B}" type="presOf" srcId="{34D6686A-5906-415C-8F3A-F76DD05A5977}" destId="{4FB872CF-3190-4B84-B98B-6030829C5199}" srcOrd="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C9CE3B-3964-4566-9FDB-AB6240A6285E}"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IN"/>
        </a:p>
      </dgm:t>
    </dgm:pt>
    <dgm:pt modelId="{CBF5EB72-8AA4-48C1-8563-B6C3AC661170}">
      <dgm:prSet custT="1"/>
      <dgm:spPr/>
      <dgm:t>
        <a:bodyPr/>
        <a:lstStyle/>
        <a:p>
          <a:r>
            <a:rPr lang="en-IN" sz="1600" b="1" dirty="0">
              <a:latin typeface="+mn-lt"/>
            </a:rPr>
            <a:t>Plan: </a:t>
          </a:r>
          <a:r>
            <a:rPr lang="en-IN" sz="1000" b="0" dirty="0">
              <a:latin typeface="+mn-lt"/>
            </a:rPr>
            <a:t>In this stage we define the requirements and understand needs. In the above scenario we are trying to define school requirements based on budget.</a:t>
          </a:r>
        </a:p>
      </dgm:t>
    </dgm:pt>
    <dgm:pt modelId="{27E2DBE0-612D-479B-B4A8-37845EED7906}" type="parTrans" cxnId="{A953B4B7-754F-4156-9054-B4BC428DC7EE}">
      <dgm:prSet/>
      <dgm:spPr/>
      <dgm:t>
        <a:bodyPr/>
        <a:lstStyle/>
        <a:p>
          <a:endParaRPr lang="en-IN"/>
        </a:p>
      </dgm:t>
    </dgm:pt>
    <dgm:pt modelId="{FC729492-A40A-4767-B435-BBB422407B76}" type="sibTrans" cxnId="{A953B4B7-754F-4156-9054-B4BC428DC7EE}">
      <dgm:prSet/>
      <dgm:spPr/>
      <dgm:t>
        <a:bodyPr/>
        <a:lstStyle/>
        <a:p>
          <a:endParaRPr lang="en-IN"/>
        </a:p>
      </dgm:t>
    </dgm:pt>
    <dgm:pt modelId="{D5FE91A7-AB4C-4876-A939-DA1E75040AD0}">
      <dgm:prSet custT="1"/>
      <dgm:spPr/>
      <dgm:t>
        <a:bodyPr/>
        <a:lstStyle/>
        <a:p>
          <a:r>
            <a:rPr lang="en-IN" sz="1600" b="1" dirty="0"/>
            <a:t>Prepare: </a:t>
          </a:r>
          <a:r>
            <a:rPr lang="en-IN" sz="1000" b="0" dirty="0"/>
            <a:t>Next we are collecting all data from different sources about the school in the city and check out different methods of education and facilities provided by school.</a:t>
          </a:r>
        </a:p>
      </dgm:t>
    </dgm:pt>
    <dgm:pt modelId="{5BE1380A-292E-4799-9318-6EEEBACD323C}" type="parTrans" cxnId="{D43D0BD8-B0B6-408A-90A1-5FEB01AF26D5}">
      <dgm:prSet/>
      <dgm:spPr/>
      <dgm:t>
        <a:bodyPr/>
        <a:lstStyle/>
        <a:p>
          <a:endParaRPr lang="en-IN"/>
        </a:p>
      </dgm:t>
    </dgm:pt>
    <dgm:pt modelId="{9BD67286-17E5-4310-9456-464FDC283B23}" type="sibTrans" cxnId="{D43D0BD8-B0B6-408A-90A1-5FEB01AF26D5}">
      <dgm:prSet/>
      <dgm:spPr/>
      <dgm:t>
        <a:bodyPr/>
        <a:lstStyle/>
        <a:p>
          <a:endParaRPr lang="en-IN"/>
        </a:p>
      </dgm:t>
    </dgm:pt>
    <dgm:pt modelId="{B95A5823-4E08-4796-BF73-6A4BC793AD17}">
      <dgm:prSet custT="1"/>
      <dgm:spPr/>
      <dgm:t>
        <a:bodyPr/>
        <a:lstStyle/>
        <a:p>
          <a:r>
            <a:rPr lang="en-IN" sz="1600" b="1" dirty="0"/>
            <a:t>Process: </a:t>
          </a:r>
          <a:r>
            <a:rPr lang="en-IN" sz="1000" b="0" dirty="0"/>
            <a:t>Next cleaning the data as per our requirement. Here we are narrow down the list of schools based on different criteria such as academic performance. Travel distance, safety measure, fee structure, parents feedback who already enrolled.</a:t>
          </a:r>
        </a:p>
      </dgm:t>
    </dgm:pt>
    <dgm:pt modelId="{E7A629B0-6A5D-4228-A93B-3C200F5C6504}" type="parTrans" cxnId="{AA3F7958-C3AD-426F-B63F-A7E39D4B0389}">
      <dgm:prSet/>
      <dgm:spPr/>
      <dgm:t>
        <a:bodyPr/>
        <a:lstStyle/>
        <a:p>
          <a:endParaRPr lang="en-IN"/>
        </a:p>
      </dgm:t>
    </dgm:pt>
    <dgm:pt modelId="{B650AABE-DF4C-481F-A078-91E4F3A8D505}" type="sibTrans" cxnId="{AA3F7958-C3AD-426F-B63F-A7E39D4B0389}">
      <dgm:prSet/>
      <dgm:spPr/>
      <dgm:t>
        <a:bodyPr/>
        <a:lstStyle/>
        <a:p>
          <a:endParaRPr lang="en-IN"/>
        </a:p>
      </dgm:t>
    </dgm:pt>
    <dgm:pt modelId="{D9C141EA-9183-45DE-BA33-49FF79B36FD6}">
      <dgm:prSet custT="1"/>
      <dgm:spPr/>
      <dgm:t>
        <a:bodyPr/>
        <a:lstStyle/>
        <a:p>
          <a:r>
            <a:rPr lang="en-IN" sz="1600" b="1" dirty="0" err="1"/>
            <a:t>Analyze</a:t>
          </a:r>
          <a:r>
            <a:rPr lang="en-IN" sz="1000" b="0" dirty="0"/>
            <a:t>: Here we </a:t>
          </a:r>
          <a:r>
            <a:rPr lang="en-IN" sz="1000" b="0" dirty="0" err="1"/>
            <a:t>analyze</a:t>
          </a:r>
          <a:r>
            <a:rPr lang="en-IN" sz="1000" b="0" dirty="0"/>
            <a:t> the data based on reviews, feedback and historical trends of school and take the insights. </a:t>
          </a:r>
        </a:p>
      </dgm:t>
    </dgm:pt>
    <dgm:pt modelId="{AFCDA096-7570-419C-87A7-5B6710B6E7D3}" type="parTrans" cxnId="{E98F0188-92DE-464F-A601-CBD7B236173C}">
      <dgm:prSet/>
      <dgm:spPr/>
      <dgm:t>
        <a:bodyPr/>
        <a:lstStyle/>
        <a:p>
          <a:endParaRPr lang="en-IN"/>
        </a:p>
      </dgm:t>
    </dgm:pt>
    <dgm:pt modelId="{DCE3C808-ED48-4D79-95F0-6490E562ACF4}" type="sibTrans" cxnId="{E98F0188-92DE-464F-A601-CBD7B236173C}">
      <dgm:prSet/>
      <dgm:spPr/>
      <dgm:t>
        <a:bodyPr/>
        <a:lstStyle/>
        <a:p>
          <a:endParaRPr lang="en-IN"/>
        </a:p>
      </dgm:t>
    </dgm:pt>
    <dgm:pt modelId="{F5B290D0-0DF5-4BE5-AEE0-7DFD7FD00A50}">
      <dgm:prSet custT="1"/>
      <dgm:spPr/>
      <dgm:t>
        <a:bodyPr/>
        <a:lstStyle/>
        <a:p>
          <a:r>
            <a:rPr lang="en-IN" sz="1600" b="1" dirty="0"/>
            <a:t>Share</a:t>
          </a:r>
          <a:r>
            <a:rPr lang="en-IN" sz="1000" b="1" dirty="0"/>
            <a:t>:</a:t>
          </a:r>
          <a:r>
            <a:rPr lang="en-IN" sz="1000" b="0" dirty="0"/>
            <a:t> In data analytics process we make the reports from the organized data we collected to visualize and share the insights to get the feedback and recommendations. In the above scenario we narrow down the list of best schools as per our budget and approached to decide the school.</a:t>
          </a:r>
        </a:p>
      </dgm:t>
    </dgm:pt>
    <dgm:pt modelId="{82A14EEE-179D-496F-B50C-FD82833FF803}" type="parTrans" cxnId="{80F4908A-A214-4966-81CA-16B0C23FC826}">
      <dgm:prSet/>
      <dgm:spPr/>
      <dgm:t>
        <a:bodyPr/>
        <a:lstStyle/>
        <a:p>
          <a:endParaRPr lang="en-IN"/>
        </a:p>
      </dgm:t>
    </dgm:pt>
    <dgm:pt modelId="{C7016DB0-8D83-41D8-BAB7-F75F73D01576}" type="sibTrans" cxnId="{80F4908A-A214-4966-81CA-16B0C23FC826}">
      <dgm:prSet/>
      <dgm:spPr/>
      <dgm:t>
        <a:bodyPr/>
        <a:lstStyle/>
        <a:p>
          <a:endParaRPr lang="en-IN"/>
        </a:p>
      </dgm:t>
    </dgm:pt>
    <dgm:pt modelId="{9D0FDDE4-100E-4131-8EEB-527357AF3762}">
      <dgm:prSet custT="1"/>
      <dgm:spPr/>
      <dgm:t>
        <a:bodyPr/>
        <a:lstStyle/>
        <a:p>
          <a:r>
            <a:rPr lang="en-IN" sz="1600" b="0" dirty="0"/>
            <a:t>Act</a:t>
          </a:r>
          <a:r>
            <a:rPr lang="en-IN" sz="1000" b="0" dirty="0"/>
            <a:t>: Based on the insights we will be able to make decision based on recommendations to take admission in school within our budget.</a:t>
          </a:r>
        </a:p>
      </dgm:t>
    </dgm:pt>
    <dgm:pt modelId="{B5F11B2C-E354-4EC9-A58F-1325674732A1}" type="parTrans" cxnId="{D0B7E38E-9009-4D09-8A7C-D1894B6235CB}">
      <dgm:prSet/>
      <dgm:spPr/>
      <dgm:t>
        <a:bodyPr/>
        <a:lstStyle/>
        <a:p>
          <a:endParaRPr lang="en-IN"/>
        </a:p>
      </dgm:t>
    </dgm:pt>
    <dgm:pt modelId="{A2C0E0AD-A513-47B7-8B47-82729DAB2A79}" type="sibTrans" cxnId="{D0B7E38E-9009-4D09-8A7C-D1894B6235CB}">
      <dgm:prSet/>
      <dgm:spPr/>
      <dgm:t>
        <a:bodyPr/>
        <a:lstStyle/>
        <a:p>
          <a:endParaRPr lang="en-IN"/>
        </a:p>
      </dgm:t>
    </dgm:pt>
    <dgm:pt modelId="{45BBFB34-741F-40F4-9A47-DD76A0865687}" type="pres">
      <dgm:prSet presAssocID="{3BC9CE3B-3964-4566-9FDB-AB6240A6285E}" presName="rootnode" presStyleCnt="0">
        <dgm:presLayoutVars>
          <dgm:chMax/>
          <dgm:chPref/>
          <dgm:dir/>
          <dgm:animLvl val="lvl"/>
        </dgm:presLayoutVars>
      </dgm:prSet>
      <dgm:spPr/>
    </dgm:pt>
    <dgm:pt modelId="{2435500E-571C-493E-B1A8-4DDDA426B0FD}" type="pres">
      <dgm:prSet presAssocID="{CBF5EB72-8AA4-48C1-8563-B6C3AC661170}" presName="composite" presStyleCnt="0"/>
      <dgm:spPr/>
    </dgm:pt>
    <dgm:pt modelId="{D948AE2B-3D63-4ABD-A8BD-37103E18C6C1}" type="pres">
      <dgm:prSet presAssocID="{CBF5EB72-8AA4-48C1-8563-B6C3AC661170}" presName="bentUpArrow1" presStyleLbl="alignImgPlace1" presStyleIdx="0" presStyleCnt="5"/>
      <dgm:spPr/>
    </dgm:pt>
    <dgm:pt modelId="{C2C2551F-9AB8-4FEE-B192-20B3DC7CD9C0}" type="pres">
      <dgm:prSet presAssocID="{CBF5EB72-8AA4-48C1-8563-B6C3AC661170}" presName="ParentText" presStyleLbl="node1" presStyleIdx="0" presStyleCnt="6" custScaleX="230030" custLinFactNeighborY="-2934">
        <dgm:presLayoutVars>
          <dgm:chMax val="1"/>
          <dgm:chPref val="1"/>
          <dgm:bulletEnabled val="1"/>
        </dgm:presLayoutVars>
      </dgm:prSet>
      <dgm:spPr/>
    </dgm:pt>
    <dgm:pt modelId="{0B348944-43C0-4B33-A9CC-9AD35F71B86A}" type="pres">
      <dgm:prSet presAssocID="{CBF5EB72-8AA4-48C1-8563-B6C3AC661170}" presName="ChildText" presStyleLbl="revTx" presStyleIdx="0" presStyleCnt="5">
        <dgm:presLayoutVars>
          <dgm:chMax val="0"/>
          <dgm:chPref val="0"/>
          <dgm:bulletEnabled val="1"/>
        </dgm:presLayoutVars>
      </dgm:prSet>
      <dgm:spPr/>
    </dgm:pt>
    <dgm:pt modelId="{3548B14D-FAEB-4C33-930A-CD9C79288210}" type="pres">
      <dgm:prSet presAssocID="{FC729492-A40A-4767-B435-BBB422407B76}" presName="sibTrans" presStyleCnt="0"/>
      <dgm:spPr/>
    </dgm:pt>
    <dgm:pt modelId="{5A29E596-1A7C-40A8-B0E8-E94AA38CA8BD}" type="pres">
      <dgm:prSet presAssocID="{D5FE91A7-AB4C-4876-A939-DA1E75040AD0}" presName="composite" presStyleCnt="0"/>
      <dgm:spPr/>
    </dgm:pt>
    <dgm:pt modelId="{FD4625AE-A91A-4B65-A8E8-ADAE544065F6}" type="pres">
      <dgm:prSet presAssocID="{D5FE91A7-AB4C-4876-A939-DA1E75040AD0}" presName="bentUpArrow1" presStyleLbl="alignImgPlace1" presStyleIdx="1" presStyleCnt="5"/>
      <dgm:spPr/>
    </dgm:pt>
    <dgm:pt modelId="{9E7FFFCA-B986-43F4-A50D-FE41EA2E92EB}" type="pres">
      <dgm:prSet presAssocID="{D5FE91A7-AB4C-4876-A939-DA1E75040AD0}" presName="ParentText" presStyleLbl="node1" presStyleIdx="1" presStyleCnt="6" custScaleX="218624" custLinFactNeighborX="-1532" custLinFactNeighborY="2188">
        <dgm:presLayoutVars>
          <dgm:chMax val="1"/>
          <dgm:chPref val="1"/>
          <dgm:bulletEnabled val="1"/>
        </dgm:presLayoutVars>
      </dgm:prSet>
      <dgm:spPr/>
    </dgm:pt>
    <dgm:pt modelId="{779523A1-EE90-400F-9C24-9D561FA49224}" type="pres">
      <dgm:prSet presAssocID="{D5FE91A7-AB4C-4876-A939-DA1E75040AD0}" presName="ChildText" presStyleLbl="revTx" presStyleIdx="1" presStyleCnt="5">
        <dgm:presLayoutVars>
          <dgm:chMax val="0"/>
          <dgm:chPref val="0"/>
          <dgm:bulletEnabled val="1"/>
        </dgm:presLayoutVars>
      </dgm:prSet>
      <dgm:spPr/>
    </dgm:pt>
    <dgm:pt modelId="{165259B5-B62D-4824-A808-EF87474301CC}" type="pres">
      <dgm:prSet presAssocID="{9BD67286-17E5-4310-9456-464FDC283B23}" presName="sibTrans" presStyleCnt="0"/>
      <dgm:spPr/>
    </dgm:pt>
    <dgm:pt modelId="{369A3467-F722-49AA-9E7C-B394F6AFD5A7}" type="pres">
      <dgm:prSet presAssocID="{B95A5823-4E08-4796-BF73-6A4BC793AD17}" presName="composite" presStyleCnt="0"/>
      <dgm:spPr/>
    </dgm:pt>
    <dgm:pt modelId="{0941E006-51BE-4119-915A-BB0030CEABAE}" type="pres">
      <dgm:prSet presAssocID="{B95A5823-4E08-4796-BF73-6A4BC793AD17}" presName="bentUpArrow1" presStyleLbl="alignImgPlace1" presStyleIdx="2" presStyleCnt="5"/>
      <dgm:spPr/>
    </dgm:pt>
    <dgm:pt modelId="{A8330B96-FB2B-4F80-A09C-A63E209FFDEF}" type="pres">
      <dgm:prSet presAssocID="{B95A5823-4E08-4796-BF73-6A4BC793AD17}" presName="ParentText" presStyleLbl="node1" presStyleIdx="2" presStyleCnt="6" custScaleX="250877">
        <dgm:presLayoutVars>
          <dgm:chMax val="1"/>
          <dgm:chPref val="1"/>
          <dgm:bulletEnabled val="1"/>
        </dgm:presLayoutVars>
      </dgm:prSet>
      <dgm:spPr/>
    </dgm:pt>
    <dgm:pt modelId="{C17B57AB-CF01-43BF-BDBF-7BF20878DF30}" type="pres">
      <dgm:prSet presAssocID="{B95A5823-4E08-4796-BF73-6A4BC793AD17}" presName="ChildText" presStyleLbl="revTx" presStyleIdx="2" presStyleCnt="5">
        <dgm:presLayoutVars>
          <dgm:chMax val="0"/>
          <dgm:chPref val="0"/>
          <dgm:bulletEnabled val="1"/>
        </dgm:presLayoutVars>
      </dgm:prSet>
      <dgm:spPr/>
    </dgm:pt>
    <dgm:pt modelId="{E9595B63-CBA0-40F7-A115-DAA73FDA5003}" type="pres">
      <dgm:prSet presAssocID="{B650AABE-DF4C-481F-A078-91E4F3A8D505}" presName="sibTrans" presStyleCnt="0"/>
      <dgm:spPr/>
    </dgm:pt>
    <dgm:pt modelId="{7A5468D5-055B-474C-A4FD-5F64B49254C9}" type="pres">
      <dgm:prSet presAssocID="{D9C141EA-9183-45DE-BA33-49FF79B36FD6}" presName="composite" presStyleCnt="0"/>
      <dgm:spPr/>
    </dgm:pt>
    <dgm:pt modelId="{4BFCAFAF-1F76-477E-97A5-EEF56AAF646C}" type="pres">
      <dgm:prSet presAssocID="{D9C141EA-9183-45DE-BA33-49FF79B36FD6}" presName="bentUpArrow1" presStyleLbl="alignImgPlace1" presStyleIdx="3" presStyleCnt="5"/>
      <dgm:spPr/>
    </dgm:pt>
    <dgm:pt modelId="{FF8ABEBE-F924-42C0-AD6E-A8D545C1108C}" type="pres">
      <dgm:prSet presAssocID="{D9C141EA-9183-45DE-BA33-49FF79B36FD6}" presName="ParentText" presStyleLbl="node1" presStyleIdx="3" presStyleCnt="6" custScaleX="247339">
        <dgm:presLayoutVars>
          <dgm:chMax val="1"/>
          <dgm:chPref val="1"/>
          <dgm:bulletEnabled val="1"/>
        </dgm:presLayoutVars>
      </dgm:prSet>
      <dgm:spPr/>
    </dgm:pt>
    <dgm:pt modelId="{5F449F20-5F60-4474-AA0D-266334047CE0}" type="pres">
      <dgm:prSet presAssocID="{D9C141EA-9183-45DE-BA33-49FF79B36FD6}" presName="ChildText" presStyleLbl="revTx" presStyleIdx="3" presStyleCnt="5">
        <dgm:presLayoutVars>
          <dgm:chMax val="0"/>
          <dgm:chPref val="0"/>
          <dgm:bulletEnabled val="1"/>
        </dgm:presLayoutVars>
      </dgm:prSet>
      <dgm:spPr/>
    </dgm:pt>
    <dgm:pt modelId="{C7D846DB-5645-483F-980A-BF11A6B49D70}" type="pres">
      <dgm:prSet presAssocID="{DCE3C808-ED48-4D79-95F0-6490E562ACF4}" presName="sibTrans" presStyleCnt="0"/>
      <dgm:spPr/>
    </dgm:pt>
    <dgm:pt modelId="{960652D5-CE75-42D0-98FA-CB4D70B499DA}" type="pres">
      <dgm:prSet presAssocID="{F5B290D0-0DF5-4BE5-AEE0-7DFD7FD00A50}" presName="composite" presStyleCnt="0"/>
      <dgm:spPr/>
    </dgm:pt>
    <dgm:pt modelId="{B941A325-2B37-4BBA-9D09-D9DD80FCC98E}" type="pres">
      <dgm:prSet presAssocID="{F5B290D0-0DF5-4BE5-AEE0-7DFD7FD00A50}" presName="bentUpArrow1" presStyleLbl="alignImgPlace1" presStyleIdx="4" presStyleCnt="5"/>
      <dgm:spPr/>
    </dgm:pt>
    <dgm:pt modelId="{45FAE44E-DD94-45D3-8CE2-89D8033F8ED4}" type="pres">
      <dgm:prSet presAssocID="{F5B290D0-0DF5-4BE5-AEE0-7DFD7FD00A50}" presName="ParentText" presStyleLbl="node1" presStyleIdx="4" presStyleCnt="6" custScaleX="331729">
        <dgm:presLayoutVars>
          <dgm:chMax val="1"/>
          <dgm:chPref val="1"/>
          <dgm:bulletEnabled val="1"/>
        </dgm:presLayoutVars>
      </dgm:prSet>
      <dgm:spPr/>
    </dgm:pt>
    <dgm:pt modelId="{E019935D-E5E9-4837-B58D-E03F51BD6DE1}" type="pres">
      <dgm:prSet presAssocID="{F5B290D0-0DF5-4BE5-AEE0-7DFD7FD00A50}" presName="ChildText" presStyleLbl="revTx" presStyleIdx="4" presStyleCnt="5">
        <dgm:presLayoutVars>
          <dgm:chMax val="0"/>
          <dgm:chPref val="0"/>
          <dgm:bulletEnabled val="1"/>
        </dgm:presLayoutVars>
      </dgm:prSet>
      <dgm:spPr/>
    </dgm:pt>
    <dgm:pt modelId="{2254866A-8D1C-41CF-BDD5-5394689A4823}" type="pres">
      <dgm:prSet presAssocID="{C7016DB0-8D83-41D8-BAB7-F75F73D01576}" presName="sibTrans" presStyleCnt="0"/>
      <dgm:spPr/>
    </dgm:pt>
    <dgm:pt modelId="{14586407-0DBE-4595-AB0A-070191966D82}" type="pres">
      <dgm:prSet presAssocID="{9D0FDDE4-100E-4131-8EEB-527357AF3762}" presName="composite" presStyleCnt="0"/>
      <dgm:spPr/>
    </dgm:pt>
    <dgm:pt modelId="{BD08BE67-5BC1-4F7E-BB4C-D046DFF2C19A}" type="pres">
      <dgm:prSet presAssocID="{9D0FDDE4-100E-4131-8EEB-527357AF3762}" presName="ParentText" presStyleLbl="node1" presStyleIdx="5" presStyleCnt="6" custScaleX="269144">
        <dgm:presLayoutVars>
          <dgm:chMax val="1"/>
          <dgm:chPref val="1"/>
          <dgm:bulletEnabled val="1"/>
        </dgm:presLayoutVars>
      </dgm:prSet>
      <dgm:spPr/>
    </dgm:pt>
  </dgm:ptLst>
  <dgm:cxnLst>
    <dgm:cxn modelId="{58993304-7EF8-415C-ADC5-CE6979EDEBCA}" type="presOf" srcId="{D5FE91A7-AB4C-4876-A939-DA1E75040AD0}" destId="{9E7FFFCA-B986-43F4-A50D-FE41EA2E92EB}" srcOrd="0" destOrd="0" presId="urn:microsoft.com/office/officeart/2005/8/layout/StepDownProcess"/>
    <dgm:cxn modelId="{6667621C-66F9-4749-B93B-8D7231FB5C90}" type="presOf" srcId="{D9C141EA-9183-45DE-BA33-49FF79B36FD6}" destId="{FF8ABEBE-F924-42C0-AD6E-A8D545C1108C}" srcOrd="0" destOrd="0" presId="urn:microsoft.com/office/officeart/2005/8/layout/StepDownProcess"/>
    <dgm:cxn modelId="{94078964-5BCA-42A4-A1D2-F85FAC9A4204}" type="presOf" srcId="{F5B290D0-0DF5-4BE5-AEE0-7DFD7FD00A50}" destId="{45FAE44E-DD94-45D3-8CE2-89D8033F8ED4}" srcOrd="0" destOrd="0" presId="urn:microsoft.com/office/officeart/2005/8/layout/StepDownProcess"/>
    <dgm:cxn modelId="{9500D04B-978F-4F15-90B2-5BA57BFC519F}" type="presOf" srcId="{CBF5EB72-8AA4-48C1-8563-B6C3AC661170}" destId="{C2C2551F-9AB8-4FEE-B192-20B3DC7CD9C0}" srcOrd="0" destOrd="0" presId="urn:microsoft.com/office/officeart/2005/8/layout/StepDownProcess"/>
    <dgm:cxn modelId="{AA3F7958-C3AD-426F-B63F-A7E39D4B0389}" srcId="{3BC9CE3B-3964-4566-9FDB-AB6240A6285E}" destId="{B95A5823-4E08-4796-BF73-6A4BC793AD17}" srcOrd="2" destOrd="0" parTransId="{E7A629B0-6A5D-4228-A93B-3C200F5C6504}" sibTransId="{B650AABE-DF4C-481F-A078-91E4F3A8D505}"/>
    <dgm:cxn modelId="{B6B5297A-FCAE-4C22-8D46-32FC1E44B3A8}" type="presOf" srcId="{9D0FDDE4-100E-4131-8EEB-527357AF3762}" destId="{BD08BE67-5BC1-4F7E-BB4C-D046DFF2C19A}" srcOrd="0" destOrd="0" presId="urn:microsoft.com/office/officeart/2005/8/layout/StepDownProcess"/>
    <dgm:cxn modelId="{05E09387-FBDA-467F-956C-15F7C720011F}" type="presOf" srcId="{3BC9CE3B-3964-4566-9FDB-AB6240A6285E}" destId="{45BBFB34-741F-40F4-9A47-DD76A0865687}" srcOrd="0" destOrd="0" presId="urn:microsoft.com/office/officeart/2005/8/layout/StepDownProcess"/>
    <dgm:cxn modelId="{E98F0188-92DE-464F-A601-CBD7B236173C}" srcId="{3BC9CE3B-3964-4566-9FDB-AB6240A6285E}" destId="{D9C141EA-9183-45DE-BA33-49FF79B36FD6}" srcOrd="3" destOrd="0" parTransId="{AFCDA096-7570-419C-87A7-5B6710B6E7D3}" sibTransId="{DCE3C808-ED48-4D79-95F0-6490E562ACF4}"/>
    <dgm:cxn modelId="{80F4908A-A214-4966-81CA-16B0C23FC826}" srcId="{3BC9CE3B-3964-4566-9FDB-AB6240A6285E}" destId="{F5B290D0-0DF5-4BE5-AEE0-7DFD7FD00A50}" srcOrd="4" destOrd="0" parTransId="{82A14EEE-179D-496F-B50C-FD82833FF803}" sibTransId="{C7016DB0-8D83-41D8-BAB7-F75F73D01576}"/>
    <dgm:cxn modelId="{D0B7E38E-9009-4D09-8A7C-D1894B6235CB}" srcId="{3BC9CE3B-3964-4566-9FDB-AB6240A6285E}" destId="{9D0FDDE4-100E-4131-8EEB-527357AF3762}" srcOrd="5" destOrd="0" parTransId="{B5F11B2C-E354-4EC9-A58F-1325674732A1}" sibTransId="{A2C0E0AD-A513-47B7-8B47-82729DAB2A79}"/>
    <dgm:cxn modelId="{A953B4B7-754F-4156-9054-B4BC428DC7EE}" srcId="{3BC9CE3B-3964-4566-9FDB-AB6240A6285E}" destId="{CBF5EB72-8AA4-48C1-8563-B6C3AC661170}" srcOrd="0" destOrd="0" parTransId="{27E2DBE0-612D-479B-B4A8-37845EED7906}" sibTransId="{FC729492-A40A-4767-B435-BBB422407B76}"/>
    <dgm:cxn modelId="{D43D0BD8-B0B6-408A-90A1-5FEB01AF26D5}" srcId="{3BC9CE3B-3964-4566-9FDB-AB6240A6285E}" destId="{D5FE91A7-AB4C-4876-A939-DA1E75040AD0}" srcOrd="1" destOrd="0" parTransId="{5BE1380A-292E-4799-9318-6EEEBACD323C}" sibTransId="{9BD67286-17E5-4310-9456-464FDC283B23}"/>
    <dgm:cxn modelId="{FED968FF-63BF-4035-BF8A-E0046DBCE346}" type="presOf" srcId="{B95A5823-4E08-4796-BF73-6A4BC793AD17}" destId="{A8330B96-FB2B-4F80-A09C-A63E209FFDEF}" srcOrd="0" destOrd="0" presId="urn:microsoft.com/office/officeart/2005/8/layout/StepDownProcess"/>
    <dgm:cxn modelId="{7224CA11-1404-41A5-97A0-870C5F74C75E}" type="presParOf" srcId="{45BBFB34-741F-40F4-9A47-DD76A0865687}" destId="{2435500E-571C-493E-B1A8-4DDDA426B0FD}" srcOrd="0" destOrd="0" presId="urn:microsoft.com/office/officeart/2005/8/layout/StepDownProcess"/>
    <dgm:cxn modelId="{EBF78CB0-491D-4948-80E8-9CF3EAD99B71}" type="presParOf" srcId="{2435500E-571C-493E-B1A8-4DDDA426B0FD}" destId="{D948AE2B-3D63-4ABD-A8BD-37103E18C6C1}" srcOrd="0" destOrd="0" presId="urn:microsoft.com/office/officeart/2005/8/layout/StepDownProcess"/>
    <dgm:cxn modelId="{0BB9F8B9-47BC-4A91-A2BE-16C9EB0089E2}" type="presParOf" srcId="{2435500E-571C-493E-B1A8-4DDDA426B0FD}" destId="{C2C2551F-9AB8-4FEE-B192-20B3DC7CD9C0}" srcOrd="1" destOrd="0" presId="urn:microsoft.com/office/officeart/2005/8/layout/StepDownProcess"/>
    <dgm:cxn modelId="{5DA17428-1071-49CE-B6DA-1B755AF8BB77}" type="presParOf" srcId="{2435500E-571C-493E-B1A8-4DDDA426B0FD}" destId="{0B348944-43C0-4B33-A9CC-9AD35F71B86A}" srcOrd="2" destOrd="0" presId="urn:microsoft.com/office/officeart/2005/8/layout/StepDownProcess"/>
    <dgm:cxn modelId="{9A75936C-49E4-41DD-9037-7F0FCBD1A28B}" type="presParOf" srcId="{45BBFB34-741F-40F4-9A47-DD76A0865687}" destId="{3548B14D-FAEB-4C33-930A-CD9C79288210}" srcOrd="1" destOrd="0" presId="urn:microsoft.com/office/officeart/2005/8/layout/StepDownProcess"/>
    <dgm:cxn modelId="{22648C85-3114-4062-AF30-76DC6D427C95}" type="presParOf" srcId="{45BBFB34-741F-40F4-9A47-DD76A0865687}" destId="{5A29E596-1A7C-40A8-B0E8-E94AA38CA8BD}" srcOrd="2" destOrd="0" presId="urn:microsoft.com/office/officeart/2005/8/layout/StepDownProcess"/>
    <dgm:cxn modelId="{2C94FC63-A1E7-4842-B6FF-F39CA82BE683}" type="presParOf" srcId="{5A29E596-1A7C-40A8-B0E8-E94AA38CA8BD}" destId="{FD4625AE-A91A-4B65-A8E8-ADAE544065F6}" srcOrd="0" destOrd="0" presId="urn:microsoft.com/office/officeart/2005/8/layout/StepDownProcess"/>
    <dgm:cxn modelId="{4131EA0D-600A-44D9-AAC9-386A5B6B0BE3}" type="presParOf" srcId="{5A29E596-1A7C-40A8-B0E8-E94AA38CA8BD}" destId="{9E7FFFCA-B986-43F4-A50D-FE41EA2E92EB}" srcOrd="1" destOrd="0" presId="urn:microsoft.com/office/officeart/2005/8/layout/StepDownProcess"/>
    <dgm:cxn modelId="{2C6C76BF-F76B-49A1-8AC9-61AFD1B50A27}" type="presParOf" srcId="{5A29E596-1A7C-40A8-B0E8-E94AA38CA8BD}" destId="{779523A1-EE90-400F-9C24-9D561FA49224}" srcOrd="2" destOrd="0" presId="urn:microsoft.com/office/officeart/2005/8/layout/StepDownProcess"/>
    <dgm:cxn modelId="{9F25AC98-F4C6-4018-8D8F-F69D1043BEAB}" type="presParOf" srcId="{45BBFB34-741F-40F4-9A47-DD76A0865687}" destId="{165259B5-B62D-4824-A808-EF87474301CC}" srcOrd="3" destOrd="0" presId="urn:microsoft.com/office/officeart/2005/8/layout/StepDownProcess"/>
    <dgm:cxn modelId="{DE71E533-4319-4CB9-81BB-5DC217463C7E}" type="presParOf" srcId="{45BBFB34-741F-40F4-9A47-DD76A0865687}" destId="{369A3467-F722-49AA-9E7C-B394F6AFD5A7}" srcOrd="4" destOrd="0" presId="urn:microsoft.com/office/officeart/2005/8/layout/StepDownProcess"/>
    <dgm:cxn modelId="{C87B3933-56CE-48EA-8085-8AEF6CB3B674}" type="presParOf" srcId="{369A3467-F722-49AA-9E7C-B394F6AFD5A7}" destId="{0941E006-51BE-4119-915A-BB0030CEABAE}" srcOrd="0" destOrd="0" presId="urn:microsoft.com/office/officeart/2005/8/layout/StepDownProcess"/>
    <dgm:cxn modelId="{C6A43296-DF63-4E04-A3C0-A46136412484}" type="presParOf" srcId="{369A3467-F722-49AA-9E7C-B394F6AFD5A7}" destId="{A8330B96-FB2B-4F80-A09C-A63E209FFDEF}" srcOrd="1" destOrd="0" presId="urn:microsoft.com/office/officeart/2005/8/layout/StepDownProcess"/>
    <dgm:cxn modelId="{59B84554-6591-4A3A-B74B-66091422EBCF}" type="presParOf" srcId="{369A3467-F722-49AA-9E7C-B394F6AFD5A7}" destId="{C17B57AB-CF01-43BF-BDBF-7BF20878DF30}" srcOrd="2" destOrd="0" presId="urn:microsoft.com/office/officeart/2005/8/layout/StepDownProcess"/>
    <dgm:cxn modelId="{6D9708F6-FE5A-400E-BBE3-775381789FF0}" type="presParOf" srcId="{45BBFB34-741F-40F4-9A47-DD76A0865687}" destId="{E9595B63-CBA0-40F7-A115-DAA73FDA5003}" srcOrd="5" destOrd="0" presId="urn:microsoft.com/office/officeart/2005/8/layout/StepDownProcess"/>
    <dgm:cxn modelId="{EC77941E-12E2-4222-9346-26C7E9C42382}" type="presParOf" srcId="{45BBFB34-741F-40F4-9A47-DD76A0865687}" destId="{7A5468D5-055B-474C-A4FD-5F64B49254C9}" srcOrd="6" destOrd="0" presId="urn:microsoft.com/office/officeart/2005/8/layout/StepDownProcess"/>
    <dgm:cxn modelId="{9CB984CF-B0B1-4D21-A853-435099824A01}" type="presParOf" srcId="{7A5468D5-055B-474C-A4FD-5F64B49254C9}" destId="{4BFCAFAF-1F76-477E-97A5-EEF56AAF646C}" srcOrd="0" destOrd="0" presId="urn:microsoft.com/office/officeart/2005/8/layout/StepDownProcess"/>
    <dgm:cxn modelId="{387B8BA3-D453-47DB-8156-E482F19D772B}" type="presParOf" srcId="{7A5468D5-055B-474C-A4FD-5F64B49254C9}" destId="{FF8ABEBE-F924-42C0-AD6E-A8D545C1108C}" srcOrd="1" destOrd="0" presId="urn:microsoft.com/office/officeart/2005/8/layout/StepDownProcess"/>
    <dgm:cxn modelId="{91AF2BBA-9A51-4110-BE4B-5E07302FAB0D}" type="presParOf" srcId="{7A5468D5-055B-474C-A4FD-5F64B49254C9}" destId="{5F449F20-5F60-4474-AA0D-266334047CE0}" srcOrd="2" destOrd="0" presId="urn:microsoft.com/office/officeart/2005/8/layout/StepDownProcess"/>
    <dgm:cxn modelId="{E2F6FDFD-E78C-4FB9-9AF7-70B3C78C13CA}" type="presParOf" srcId="{45BBFB34-741F-40F4-9A47-DD76A0865687}" destId="{C7D846DB-5645-483F-980A-BF11A6B49D70}" srcOrd="7" destOrd="0" presId="urn:microsoft.com/office/officeart/2005/8/layout/StepDownProcess"/>
    <dgm:cxn modelId="{6909103C-5031-40BB-A5C5-94676DFBCEBF}" type="presParOf" srcId="{45BBFB34-741F-40F4-9A47-DD76A0865687}" destId="{960652D5-CE75-42D0-98FA-CB4D70B499DA}" srcOrd="8" destOrd="0" presId="urn:microsoft.com/office/officeart/2005/8/layout/StepDownProcess"/>
    <dgm:cxn modelId="{62EE3545-4B57-49FF-AEFB-D7FF3BE48E7D}" type="presParOf" srcId="{960652D5-CE75-42D0-98FA-CB4D70B499DA}" destId="{B941A325-2B37-4BBA-9D09-D9DD80FCC98E}" srcOrd="0" destOrd="0" presId="urn:microsoft.com/office/officeart/2005/8/layout/StepDownProcess"/>
    <dgm:cxn modelId="{F6678B08-5792-425B-87D6-8BC784461A69}" type="presParOf" srcId="{960652D5-CE75-42D0-98FA-CB4D70B499DA}" destId="{45FAE44E-DD94-45D3-8CE2-89D8033F8ED4}" srcOrd="1" destOrd="0" presId="urn:microsoft.com/office/officeart/2005/8/layout/StepDownProcess"/>
    <dgm:cxn modelId="{CEC8A381-25D8-42E3-A285-697388ADC539}" type="presParOf" srcId="{960652D5-CE75-42D0-98FA-CB4D70B499DA}" destId="{E019935D-E5E9-4837-B58D-E03F51BD6DE1}" srcOrd="2" destOrd="0" presId="urn:microsoft.com/office/officeart/2005/8/layout/StepDownProcess"/>
    <dgm:cxn modelId="{67D0F543-93DA-427B-8A64-7A08CED45CB0}" type="presParOf" srcId="{45BBFB34-741F-40F4-9A47-DD76A0865687}" destId="{2254866A-8D1C-41CF-BDD5-5394689A4823}" srcOrd="9" destOrd="0" presId="urn:microsoft.com/office/officeart/2005/8/layout/StepDownProcess"/>
    <dgm:cxn modelId="{E707FD42-DCF6-4FDB-90D7-97CC8AEBF0BF}" type="presParOf" srcId="{45BBFB34-741F-40F4-9A47-DD76A0865687}" destId="{14586407-0DBE-4595-AB0A-070191966D82}" srcOrd="10" destOrd="0" presId="urn:microsoft.com/office/officeart/2005/8/layout/StepDownProcess"/>
    <dgm:cxn modelId="{A42DC6E5-BDE1-4737-9BCC-7D8E26263CC8}" type="presParOf" srcId="{14586407-0DBE-4595-AB0A-070191966D82}" destId="{BD08BE67-5BC1-4F7E-BB4C-D046DFF2C19A}" srcOrd="0" destOrd="0" presId="urn:microsoft.com/office/officeart/2005/8/layout/StepDownProces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48AE2B-3D63-4ABD-A8BD-37103E18C6C1}">
      <dsp:nvSpPr>
        <dsp:cNvPr id="0" name=""/>
        <dsp:cNvSpPr/>
      </dsp:nvSpPr>
      <dsp:spPr>
        <a:xfrm rot="5400000">
          <a:off x="1873177" y="849452"/>
          <a:ext cx="731188" cy="832432"/>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2C2551F-9AB8-4FEE-B192-20B3DC7CD9C0}">
      <dsp:nvSpPr>
        <dsp:cNvPr id="0" name=""/>
        <dsp:cNvSpPr/>
      </dsp:nvSpPr>
      <dsp:spPr>
        <a:xfrm>
          <a:off x="879193" y="13636"/>
          <a:ext cx="2831419" cy="86158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latin typeface="+mn-lt"/>
            </a:rPr>
            <a:t>Plan: </a:t>
          </a:r>
          <a:r>
            <a:rPr lang="en-IN" sz="1000" b="0" kern="1200" dirty="0">
              <a:latin typeface="+mn-lt"/>
            </a:rPr>
            <a:t>In this stage we define the requirements and understand needs. In the above scenario we are trying to define school requirements based on budget.</a:t>
          </a:r>
        </a:p>
      </dsp:txBody>
      <dsp:txXfrm>
        <a:off x="921260" y="55703"/>
        <a:ext cx="2747285" cy="777450"/>
      </dsp:txXfrm>
    </dsp:sp>
    <dsp:sp modelId="{0B348944-43C0-4B33-A9CC-9AD35F71B86A}">
      <dsp:nvSpPr>
        <dsp:cNvPr id="0" name=""/>
        <dsp:cNvSpPr/>
      </dsp:nvSpPr>
      <dsp:spPr>
        <a:xfrm>
          <a:off x="2910348" y="121087"/>
          <a:ext cx="895233" cy="696370"/>
        </a:xfrm>
        <a:prstGeom prst="rect">
          <a:avLst/>
        </a:prstGeom>
        <a:noFill/>
        <a:ln>
          <a:noFill/>
        </a:ln>
        <a:effectLst/>
      </dsp:spPr>
      <dsp:style>
        <a:lnRef idx="0">
          <a:scrgbClr r="0" g="0" b="0"/>
        </a:lnRef>
        <a:fillRef idx="0">
          <a:scrgbClr r="0" g="0" b="0"/>
        </a:fillRef>
        <a:effectRef idx="0">
          <a:scrgbClr r="0" g="0" b="0"/>
        </a:effectRef>
        <a:fontRef idx="minor"/>
      </dsp:style>
    </dsp:sp>
    <dsp:sp modelId="{FD4625AE-A91A-4B65-A8E8-ADAE544065F6}">
      <dsp:nvSpPr>
        <dsp:cNvPr id="0" name=""/>
        <dsp:cNvSpPr/>
      </dsp:nvSpPr>
      <dsp:spPr>
        <a:xfrm rot="5400000">
          <a:off x="3207646" y="1817296"/>
          <a:ext cx="731188" cy="832432"/>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E7FFFCA-B986-43F4-A50D-FE41EA2E92EB}">
      <dsp:nvSpPr>
        <dsp:cNvPr id="0" name=""/>
        <dsp:cNvSpPr/>
      </dsp:nvSpPr>
      <dsp:spPr>
        <a:xfrm>
          <a:off x="2265002" y="1025610"/>
          <a:ext cx="2691023" cy="86158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t>Prepare: </a:t>
          </a:r>
          <a:r>
            <a:rPr lang="en-IN" sz="1000" b="0" kern="1200" dirty="0"/>
            <a:t>Next we are collecting all data from different sources about the school in the city and check out different methods of education and facilities provided by school.</a:t>
          </a:r>
        </a:p>
      </dsp:txBody>
      <dsp:txXfrm>
        <a:off x="2307069" y="1067677"/>
        <a:ext cx="2606889" cy="777450"/>
      </dsp:txXfrm>
    </dsp:sp>
    <dsp:sp modelId="{779523A1-EE90-400F-9C24-9D561FA49224}">
      <dsp:nvSpPr>
        <dsp:cNvPr id="0" name=""/>
        <dsp:cNvSpPr/>
      </dsp:nvSpPr>
      <dsp:spPr>
        <a:xfrm>
          <a:off x="4244817" y="1088930"/>
          <a:ext cx="895233" cy="696370"/>
        </a:xfrm>
        <a:prstGeom prst="rect">
          <a:avLst/>
        </a:prstGeom>
        <a:noFill/>
        <a:ln>
          <a:noFill/>
        </a:ln>
        <a:effectLst/>
      </dsp:spPr>
      <dsp:style>
        <a:lnRef idx="0">
          <a:scrgbClr r="0" g="0" b="0"/>
        </a:lnRef>
        <a:fillRef idx="0">
          <a:scrgbClr r="0" g="0" b="0"/>
        </a:fillRef>
        <a:effectRef idx="0">
          <a:scrgbClr r="0" g="0" b="0"/>
        </a:effectRef>
        <a:fontRef idx="minor"/>
      </dsp:style>
    </dsp:sp>
    <dsp:sp modelId="{0941E006-51BE-4119-915A-BB0030CEABAE}">
      <dsp:nvSpPr>
        <dsp:cNvPr id="0" name=""/>
        <dsp:cNvSpPr/>
      </dsp:nvSpPr>
      <dsp:spPr>
        <a:xfrm rot="5400000">
          <a:off x="4810812" y="2785139"/>
          <a:ext cx="731188" cy="832432"/>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8330B96-FB2B-4F80-A09C-A63E209FFDEF}">
      <dsp:nvSpPr>
        <dsp:cNvPr id="0" name=""/>
        <dsp:cNvSpPr/>
      </dsp:nvSpPr>
      <dsp:spPr>
        <a:xfrm>
          <a:off x="3688526" y="1974601"/>
          <a:ext cx="3088023" cy="86158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t>Process: </a:t>
          </a:r>
          <a:r>
            <a:rPr lang="en-IN" sz="1000" b="0" kern="1200" dirty="0"/>
            <a:t>Next cleaning the data as per our requirement. Here we are narrow down the list of schools based on different criteria such as academic performance. Travel distance, safety measure, fee structure, parents feedback who already enrolled.</a:t>
          </a:r>
        </a:p>
      </dsp:txBody>
      <dsp:txXfrm>
        <a:off x="3730593" y="2016668"/>
        <a:ext cx="3003889" cy="777450"/>
      </dsp:txXfrm>
    </dsp:sp>
    <dsp:sp modelId="{C17B57AB-CF01-43BF-BDBF-7BF20878DF30}">
      <dsp:nvSpPr>
        <dsp:cNvPr id="0" name=""/>
        <dsp:cNvSpPr/>
      </dsp:nvSpPr>
      <dsp:spPr>
        <a:xfrm>
          <a:off x="5847983" y="2056773"/>
          <a:ext cx="895233" cy="696370"/>
        </a:xfrm>
        <a:prstGeom prst="rect">
          <a:avLst/>
        </a:prstGeom>
        <a:noFill/>
        <a:ln>
          <a:noFill/>
        </a:ln>
        <a:effectLst/>
      </dsp:spPr>
      <dsp:style>
        <a:lnRef idx="0">
          <a:scrgbClr r="0" g="0" b="0"/>
        </a:lnRef>
        <a:fillRef idx="0">
          <a:scrgbClr r="0" g="0" b="0"/>
        </a:fillRef>
        <a:effectRef idx="0">
          <a:scrgbClr r="0" g="0" b="0"/>
        </a:effectRef>
        <a:fontRef idx="minor"/>
      </dsp:style>
    </dsp:sp>
    <dsp:sp modelId="{4BFCAFAF-1F76-477E-97A5-EEF56AAF646C}">
      <dsp:nvSpPr>
        <dsp:cNvPr id="0" name=""/>
        <dsp:cNvSpPr/>
      </dsp:nvSpPr>
      <dsp:spPr>
        <a:xfrm rot="5400000">
          <a:off x="6193704" y="3752982"/>
          <a:ext cx="731188" cy="832432"/>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F8ABEBE-F924-42C0-AD6E-A8D545C1108C}">
      <dsp:nvSpPr>
        <dsp:cNvPr id="0" name=""/>
        <dsp:cNvSpPr/>
      </dsp:nvSpPr>
      <dsp:spPr>
        <a:xfrm>
          <a:off x="5093192" y="2942445"/>
          <a:ext cx="3044474" cy="86158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err="1"/>
            <a:t>Analyze</a:t>
          </a:r>
          <a:r>
            <a:rPr lang="en-IN" sz="1000" b="0" kern="1200" dirty="0"/>
            <a:t>: Here we </a:t>
          </a:r>
          <a:r>
            <a:rPr lang="en-IN" sz="1000" b="0" kern="1200" dirty="0" err="1"/>
            <a:t>analyze</a:t>
          </a:r>
          <a:r>
            <a:rPr lang="en-IN" sz="1000" b="0" kern="1200" dirty="0"/>
            <a:t> the data based on reviews, feedback and historical trends of school and take the insights. </a:t>
          </a:r>
        </a:p>
      </dsp:txBody>
      <dsp:txXfrm>
        <a:off x="5135259" y="2984512"/>
        <a:ext cx="2960340" cy="777450"/>
      </dsp:txXfrm>
    </dsp:sp>
    <dsp:sp modelId="{5F449F20-5F60-4474-AA0D-266334047CE0}">
      <dsp:nvSpPr>
        <dsp:cNvPr id="0" name=""/>
        <dsp:cNvSpPr/>
      </dsp:nvSpPr>
      <dsp:spPr>
        <a:xfrm>
          <a:off x="7230875" y="3024616"/>
          <a:ext cx="895233" cy="696370"/>
        </a:xfrm>
        <a:prstGeom prst="rect">
          <a:avLst/>
        </a:prstGeom>
        <a:noFill/>
        <a:ln>
          <a:noFill/>
        </a:ln>
        <a:effectLst/>
      </dsp:spPr>
      <dsp:style>
        <a:lnRef idx="0">
          <a:scrgbClr r="0" g="0" b="0"/>
        </a:lnRef>
        <a:fillRef idx="0">
          <a:scrgbClr r="0" g="0" b="0"/>
        </a:fillRef>
        <a:effectRef idx="0">
          <a:scrgbClr r="0" g="0" b="0"/>
        </a:effectRef>
        <a:fontRef idx="minor"/>
      </dsp:style>
    </dsp:sp>
    <dsp:sp modelId="{B941A325-2B37-4BBA-9D09-D9DD80FCC98E}">
      <dsp:nvSpPr>
        <dsp:cNvPr id="0" name=""/>
        <dsp:cNvSpPr/>
      </dsp:nvSpPr>
      <dsp:spPr>
        <a:xfrm rot="5400000">
          <a:off x="8117745" y="4720825"/>
          <a:ext cx="731188" cy="832432"/>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FAE44E-DD94-45D3-8CE2-89D8033F8ED4}">
      <dsp:nvSpPr>
        <dsp:cNvPr id="0" name=""/>
        <dsp:cNvSpPr/>
      </dsp:nvSpPr>
      <dsp:spPr>
        <a:xfrm>
          <a:off x="6497859" y="3910288"/>
          <a:ext cx="4083223" cy="86158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t>Share</a:t>
          </a:r>
          <a:r>
            <a:rPr lang="en-IN" sz="1000" b="1" kern="1200" dirty="0"/>
            <a:t>:</a:t>
          </a:r>
          <a:r>
            <a:rPr lang="en-IN" sz="1000" b="0" kern="1200" dirty="0"/>
            <a:t> In data analytics process we make the reports from the organized data we collected to visualize and share the insights to get the feedback and recommendations. In the above scenario we narrow down the list of best schools as per our budget and approached to decide the school.</a:t>
          </a:r>
        </a:p>
      </dsp:txBody>
      <dsp:txXfrm>
        <a:off x="6539926" y="3952355"/>
        <a:ext cx="3999089" cy="777450"/>
      </dsp:txXfrm>
    </dsp:sp>
    <dsp:sp modelId="{E019935D-E5E9-4837-B58D-E03F51BD6DE1}">
      <dsp:nvSpPr>
        <dsp:cNvPr id="0" name=""/>
        <dsp:cNvSpPr/>
      </dsp:nvSpPr>
      <dsp:spPr>
        <a:xfrm>
          <a:off x="9154916" y="3992459"/>
          <a:ext cx="895233" cy="696370"/>
        </a:xfrm>
        <a:prstGeom prst="rect">
          <a:avLst/>
        </a:prstGeom>
        <a:noFill/>
        <a:ln>
          <a:noFill/>
        </a:ln>
        <a:effectLst/>
      </dsp:spPr>
      <dsp:style>
        <a:lnRef idx="0">
          <a:scrgbClr r="0" g="0" b="0"/>
        </a:lnRef>
        <a:fillRef idx="0">
          <a:scrgbClr r="0" g="0" b="0"/>
        </a:fillRef>
        <a:effectRef idx="0">
          <a:scrgbClr r="0" g="0" b="0"/>
        </a:effectRef>
        <a:fontRef idx="minor"/>
      </dsp:style>
    </dsp:sp>
    <dsp:sp modelId="{BD08BE67-5BC1-4F7E-BB4C-D046DFF2C19A}">
      <dsp:nvSpPr>
        <dsp:cNvPr id="0" name=""/>
        <dsp:cNvSpPr/>
      </dsp:nvSpPr>
      <dsp:spPr>
        <a:xfrm>
          <a:off x="7902525" y="4878131"/>
          <a:ext cx="3312870" cy="86158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0" kern="1200" dirty="0"/>
            <a:t>Act</a:t>
          </a:r>
          <a:r>
            <a:rPr lang="en-IN" sz="1000" b="0" kern="1200" dirty="0"/>
            <a:t>: Based on the insights we will be able to make decision based on recommendations to take admission in school within our budget.</a:t>
          </a:r>
        </a:p>
      </dsp:txBody>
      <dsp:txXfrm>
        <a:off x="7944592" y="4920198"/>
        <a:ext cx="3228736" cy="77745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536F2-CD4D-925F-8DB3-DF4350AD30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05F62A1-E68E-E849-06A5-6421CBCBD5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C8BD351-E1E6-74FC-0633-C78DEC7A8A6E}"/>
              </a:ext>
            </a:extLst>
          </p:cNvPr>
          <p:cNvSpPr>
            <a:spLocks noGrp="1"/>
          </p:cNvSpPr>
          <p:nvPr>
            <p:ph type="dt" sz="half" idx="10"/>
          </p:nvPr>
        </p:nvSpPr>
        <p:spPr/>
        <p:txBody>
          <a:bodyPr/>
          <a:lstStyle/>
          <a:p>
            <a:fld id="{51EE0B41-5721-47EB-AFF6-48822518A5EC}" type="datetimeFigureOut">
              <a:rPr lang="en-IN" smtClean="0"/>
              <a:t>29-09-2024</a:t>
            </a:fld>
            <a:endParaRPr lang="en-IN"/>
          </a:p>
        </p:txBody>
      </p:sp>
      <p:sp>
        <p:nvSpPr>
          <p:cNvPr id="5" name="Footer Placeholder 4">
            <a:extLst>
              <a:ext uri="{FF2B5EF4-FFF2-40B4-BE49-F238E27FC236}">
                <a16:creationId xmlns:a16="http://schemas.microsoft.com/office/drawing/2014/main" id="{147E27D7-2DFF-6082-6EAE-1422AE08E8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1B8BE4-D626-9657-BC51-D16700A37168}"/>
              </a:ext>
            </a:extLst>
          </p:cNvPr>
          <p:cNvSpPr>
            <a:spLocks noGrp="1"/>
          </p:cNvSpPr>
          <p:nvPr>
            <p:ph type="sldNum" sz="quarter" idx="12"/>
          </p:nvPr>
        </p:nvSpPr>
        <p:spPr/>
        <p:txBody>
          <a:bodyPr/>
          <a:lstStyle/>
          <a:p>
            <a:fld id="{906F483A-646B-43BF-97EF-C4148F22F9CA}" type="slidenum">
              <a:rPr lang="en-IN" smtClean="0"/>
              <a:t>‹#›</a:t>
            </a:fld>
            <a:endParaRPr lang="en-IN"/>
          </a:p>
        </p:txBody>
      </p:sp>
    </p:spTree>
    <p:extLst>
      <p:ext uri="{BB962C8B-B14F-4D97-AF65-F5344CB8AC3E}">
        <p14:creationId xmlns:p14="http://schemas.microsoft.com/office/powerpoint/2010/main" val="815964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A7A4B-7677-B825-4B9B-76B231EAD9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B879B9-30FD-9235-DCF8-261189A4AC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08DD5A-4C8E-5FA9-D327-E7803F49663B}"/>
              </a:ext>
            </a:extLst>
          </p:cNvPr>
          <p:cNvSpPr>
            <a:spLocks noGrp="1"/>
          </p:cNvSpPr>
          <p:nvPr>
            <p:ph type="dt" sz="half" idx="10"/>
          </p:nvPr>
        </p:nvSpPr>
        <p:spPr/>
        <p:txBody>
          <a:bodyPr/>
          <a:lstStyle/>
          <a:p>
            <a:fld id="{51EE0B41-5721-47EB-AFF6-48822518A5EC}" type="datetimeFigureOut">
              <a:rPr lang="en-IN" smtClean="0"/>
              <a:t>29-09-2024</a:t>
            </a:fld>
            <a:endParaRPr lang="en-IN"/>
          </a:p>
        </p:txBody>
      </p:sp>
      <p:sp>
        <p:nvSpPr>
          <p:cNvPr id="5" name="Footer Placeholder 4">
            <a:extLst>
              <a:ext uri="{FF2B5EF4-FFF2-40B4-BE49-F238E27FC236}">
                <a16:creationId xmlns:a16="http://schemas.microsoft.com/office/drawing/2014/main" id="{27DFBA6E-2303-FA84-7B13-4097C9C8BC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E73316-8F0D-F5AB-C162-40D10B0DBC18}"/>
              </a:ext>
            </a:extLst>
          </p:cNvPr>
          <p:cNvSpPr>
            <a:spLocks noGrp="1"/>
          </p:cNvSpPr>
          <p:nvPr>
            <p:ph type="sldNum" sz="quarter" idx="12"/>
          </p:nvPr>
        </p:nvSpPr>
        <p:spPr/>
        <p:txBody>
          <a:bodyPr/>
          <a:lstStyle/>
          <a:p>
            <a:fld id="{906F483A-646B-43BF-97EF-C4148F22F9CA}" type="slidenum">
              <a:rPr lang="en-IN" smtClean="0"/>
              <a:t>‹#›</a:t>
            </a:fld>
            <a:endParaRPr lang="en-IN"/>
          </a:p>
        </p:txBody>
      </p:sp>
    </p:spTree>
    <p:extLst>
      <p:ext uri="{BB962C8B-B14F-4D97-AF65-F5344CB8AC3E}">
        <p14:creationId xmlns:p14="http://schemas.microsoft.com/office/powerpoint/2010/main" val="266584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5BD6B-1D31-E531-2698-6FB9E5EAAD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93971BA-AE91-8934-37A9-F551EEF4D7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6519D5-F932-ACCF-124A-5E4F6597C75C}"/>
              </a:ext>
            </a:extLst>
          </p:cNvPr>
          <p:cNvSpPr>
            <a:spLocks noGrp="1"/>
          </p:cNvSpPr>
          <p:nvPr>
            <p:ph type="dt" sz="half" idx="10"/>
          </p:nvPr>
        </p:nvSpPr>
        <p:spPr/>
        <p:txBody>
          <a:bodyPr/>
          <a:lstStyle/>
          <a:p>
            <a:fld id="{51EE0B41-5721-47EB-AFF6-48822518A5EC}" type="datetimeFigureOut">
              <a:rPr lang="en-IN" smtClean="0"/>
              <a:t>29-09-2024</a:t>
            </a:fld>
            <a:endParaRPr lang="en-IN"/>
          </a:p>
        </p:txBody>
      </p:sp>
      <p:sp>
        <p:nvSpPr>
          <p:cNvPr id="5" name="Footer Placeholder 4">
            <a:extLst>
              <a:ext uri="{FF2B5EF4-FFF2-40B4-BE49-F238E27FC236}">
                <a16:creationId xmlns:a16="http://schemas.microsoft.com/office/drawing/2014/main" id="{E37EB152-D480-7267-CBF7-DC8C84008F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AA41F9-9593-0531-849A-F4F3316B4469}"/>
              </a:ext>
            </a:extLst>
          </p:cNvPr>
          <p:cNvSpPr>
            <a:spLocks noGrp="1"/>
          </p:cNvSpPr>
          <p:nvPr>
            <p:ph type="sldNum" sz="quarter" idx="12"/>
          </p:nvPr>
        </p:nvSpPr>
        <p:spPr/>
        <p:txBody>
          <a:bodyPr/>
          <a:lstStyle/>
          <a:p>
            <a:fld id="{906F483A-646B-43BF-97EF-C4148F22F9CA}" type="slidenum">
              <a:rPr lang="en-IN" smtClean="0"/>
              <a:t>‹#›</a:t>
            </a:fld>
            <a:endParaRPr lang="en-IN"/>
          </a:p>
        </p:txBody>
      </p:sp>
    </p:spTree>
    <p:extLst>
      <p:ext uri="{BB962C8B-B14F-4D97-AF65-F5344CB8AC3E}">
        <p14:creationId xmlns:p14="http://schemas.microsoft.com/office/powerpoint/2010/main" val="1377897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0D7B3-BD1E-9245-8FF0-9B6627016B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CE7B95-E83D-75FF-F63D-FA1DAD6156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C2872DE-CC0C-E94E-F0EB-718C9FD75A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62190B4-7C61-DFB0-D44C-70C153762D5C}"/>
              </a:ext>
            </a:extLst>
          </p:cNvPr>
          <p:cNvSpPr>
            <a:spLocks noGrp="1"/>
          </p:cNvSpPr>
          <p:nvPr>
            <p:ph type="dt" sz="half" idx="10"/>
          </p:nvPr>
        </p:nvSpPr>
        <p:spPr/>
        <p:txBody>
          <a:bodyPr/>
          <a:lstStyle/>
          <a:p>
            <a:fld id="{51EE0B41-5721-47EB-AFF6-48822518A5EC}" type="datetimeFigureOut">
              <a:rPr lang="en-IN" smtClean="0"/>
              <a:t>29-09-2024</a:t>
            </a:fld>
            <a:endParaRPr lang="en-IN"/>
          </a:p>
        </p:txBody>
      </p:sp>
      <p:sp>
        <p:nvSpPr>
          <p:cNvPr id="6" name="Footer Placeholder 5">
            <a:extLst>
              <a:ext uri="{FF2B5EF4-FFF2-40B4-BE49-F238E27FC236}">
                <a16:creationId xmlns:a16="http://schemas.microsoft.com/office/drawing/2014/main" id="{88815C5B-2CA4-E308-AE91-39AA158EEE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21B67A-1A07-6675-ACF3-0654E20DB684}"/>
              </a:ext>
            </a:extLst>
          </p:cNvPr>
          <p:cNvSpPr>
            <a:spLocks noGrp="1"/>
          </p:cNvSpPr>
          <p:nvPr>
            <p:ph type="sldNum" sz="quarter" idx="12"/>
          </p:nvPr>
        </p:nvSpPr>
        <p:spPr/>
        <p:txBody>
          <a:bodyPr/>
          <a:lstStyle/>
          <a:p>
            <a:fld id="{906F483A-646B-43BF-97EF-C4148F22F9CA}" type="slidenum">
              <a:rPr lang="en-IN" smtClean="0"/>
              <a:t>‹#›</a:t>
            </a:fld>
            <a:endParaRPr lang="en-IN"/>
          </a:p>
        </p:txBody>
      </p:sp>
    </p:spTree>
    <p:extLst>
      <p:ext uri="{BB962C8B-B14F-4D97-AF65-F5344CB8AC3E}">
        <p14:creationId xmlns:p14="http://schemas.microsoft.com/office/powerpoint/2010/main" val="250559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4D326-3A65-4699-1551-C3C7DA9AD9F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BD1438-DD7B-CCB2-2FE6-8DE7D46B1E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01246A-F857-AA5F-05C7-A295DF8287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B569FC8-7FBA-1BC3-B907-99E9E130D1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74AB79-54A9-BBBB-771C-9B61122BFD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D5B5A05-84E3-BAB1-03A6-BFE3826D0D61}"/>
              </a:ext>
            </a:extLst>
          </p:cNvPr>
          <p:cNvSpPr>
            <a:spLocks noGrp="1"/>
          </p:cNvSpPr>
          <p:nvPr>
            <p:ph type="dt" sz="half" idx="10"/>
          </p:nvPr>
        </p:nvSpPr>
        <p:spPr/>
        <p:txBody>
          <a:bodyPr/>
          <a:lstStyle/>
          <a:p>
            <a:fld id="{51EE0B41-5721-47EB-AFF6-48822518A5EC}" type="datetimeFigureOut">
              <a:rPr lang="en-IN" smtClean="0"/>
              <a:t>29-09-2024</a:t>
            </a:fld>
            <a:endParaRPr lang="en-IN"/>
          </a:p>
        </p:txBody>
      </p:sp>
      <p:sp>
        <p:nvSpPr>
          <p:cNvPr id="8" name="Footer Placeholder 7">
            <a:extLst>
              <a:ext uri="{FF2B5EF4-FFF2-40B4-BE49-F238E27FC236}">
                <a16:creationId xmlns:a16="http://schemas.microsoft.com/office/drawing/2014/main" id="{306FE89A-C7AE-A1D7-64AB-C979C34C86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352DDA6-FB61-CFE3-D0A1-383EBA9F9896}"/>
              </a:ext>
            </a:extLst>
          </p:cNvPr>
          <p:cNvSpPr>
            <a:spLocks noGrp="1"/>
          </p:cNvSpPr>
          <p:nvPr>
            <p:ph type="sldNum" sz="quarter" idx="12"/>
          </p:nvPr>
        </p:nvSpPr>
        <p:spPr/>
        <p:txBody>
          <a:bodyPr/>
          <a:lstStyle/>
          <a:p>
            <a:fld id="{906F483A-646B-43BF-97EF-C4148F22F9CA}" type="slidenum">
              <a:rPr lang="en-IN" smtClean="0"/>
              <a:t>‹#›</a:t>
            </a:fld>
            <a:endParaRPr lang="en-IN"/>
          </a:p>
        </p:txBody>
      </p:sp>
    </p:spTree>
    <p:extLst>
      <p:ext uri="{BB962C8B-B14F-4D97-AF65-F5344CB8AC3E}">
        <p14:creationId xmlns:p14="http://schemas.microsoft.com/office/powerpoint/2010/main" val="3655186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FC3B0-3553-FA4F-7047-258618DB065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59FB6F-76FE-6667-DC52-F0C35AC6C801}"/>
              </a:ext>
            </a:extLst>
          </p:cNvPr>
          <p:cNvSpPr>
            <a:spLocks noGrp="1"/>
          </p:cNvSpPr>
          <p:nvPr>
            <p:ph type="dt" sz="half" idx="10"/>
          </p:nvPr>
        </p:nvSpPr>
        <p:spPr/>
        <p:txBody>
          <a:bodyPr/>
          <a:lstStyle/>
          <a:p>
            <a:fld id="{51EE0B41-5721-47EB-AFF6-48822518A5EC}" type="datetimeFigureOut">
              <a:rPr lang="en-IN" smtClean="0"/>
              <a:t>29-09-2024</a:t>
            </a:fld>
            <a:endParaRPr lang="en-IN"/>
          </a:p>
        </p:txBody>
      </p:sp>
      <p:sp>
        <p:nvSpPr>
          <p:cNvPr id="4" name="Footer Placeholder 3">
            <a:extLst>
              <a:ext uri="{FF2B5EF4-FFF2-40B4-BE49-F238E27FC236}">
                <a16:creationId xmlns:a16="http://schemas.microsoft.com/office/drawing/2014/main" id="{A4CDC9C3-7554-E6D2-6AAB-A1D04F19557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3988B3-F16F-0D7B-F70B-0CF3BF957B22}"/>
              </a:ext>
            </a:extLst>
          </p:cNvPr>
          <p:cNvSpPr>
            <a:spLocks noGrp="1"/>
          </p:cNvSpPr>
          <p:nvPr>
            <p:ph type="sldNum" sz="quarter" idx="12"/>
          </p:nvPr>
        </p:nvSpPr>
        <p:spPr/>
        <p:txBody>
          <a:bodyPr/>
          <a:lstStyle/>
          <a:p>
            <a:fld id="{906F483A-646B-43BF-97EF-C4148F22F9CA}" type="slidenum">
              <a:rPr lang="en-IN" smtClean="0"/>
              <a:t>‹#›</a:t>
            </a:fld>
            <a:endParaRPr lang="en-IN"/>
          </a:p>
        </p:txBody>
      </p:sp>
    </p:spTree>
    <p:extLst>
      <p:ext uri="{BB962C8B-B14F-4D97-AF65-F5344CB8AC3E}">
        <p14:creationId xmlns:p14="http://schemas.microsoft.com/office/powerpoint/2010/main" val="3238118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DADCC8-60C1-B05E-5278-88D5DB37E5A9}"/>
              </a:ext>
            </a:extLst>
          </p:cNvPr>
          <p:cNvSpPr>
            <a:spLocks noGrp="1"/>
          </p:cNvSpPr>
          <p:nvPr>
            <p:ph type="dt" sz="half" idx="10"/>
          </p:nvPr>
        </p:nvSpPr>
        <p:spPr/>
        <p:txBody>
          <a:bodyPr/>
          <a:lstStyle/>
          <a:p>
            <a:fld id="{51EE0B41-5721-47EB-AFF6-48822518A5EC}" type="datetimeFigureOut">
              <a:rPr lang="en-IN" smtClean="0"/>
              <a:t>29-09-2024</a:t>
            </a:fld>
            <a:endParaRPr lang="en-IN"/>
          </a:p>
        </p:txBody>
      </p:sp>
      <p:sp>
        <p:nvSpPr>
          <p:cNvPr id="3" name="Footer Placeholder 2">
            <a:extLst>
              <a:ext uri="{FF2B5EF4-FFF2-40B4-BE49-F238E27FC236}">
                <a16:creationId xmlns:a16="http://schemas.microsoft.com/office/drawing/2014/main" id="{93F78209-3F92-8FCC-AA20-39130409BB7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7AB66EB-329E-C70A-6536-96F11BE082E0}"/>
              </a:ext>
            </a:extLst>
          </p:cNvPr>
          <p:cNvSpPr>
            <a:spLocks noGrp="1"/>
          </p:cNvSpPr>
          <p:nvPr>
            <p:ph type="sldNum" sz="quarter" idx="12"/>
          </p:nvPr>
        </p:nvSpPr>
        <p:spPr/>
        <p:txBody>
          <a:bodyPr/>
          <a:lstStyle/>
          <a:p>
            <a:fld id="{906F483A-646B-43BF-97EF-C4148F22F9CA}" type="slidenum">
              <a:rPr lang="en-IN" smtClean="0"/>
              <a:t>‹#›</a:t>
            </a:fld>
            <a:endParaRPr lang="en-IN"/>
          </a:p>
        </p:txBody>
      </p:sp>
    </p:spTree>
    <p:extLst>
      <p:ext uri="{BB962C8B-B14F-4D97-AF65-F5344CB8AC3E}">
        <p14:creationId xmlns:p14="http://schemas.microsoft.com/office/powerpoint/2010/main" val="3727751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DBD8D-05F9-3137-4E71-151676E729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116CE6E-39EE-3190-92B9-F93E2B06EF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F5D28CC-3382-1A1C-14D8-0E540B4FF2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378127-2C1C-FEDA-416B-B0A777F503A1}"/>
              </a:ext>
            </a:extLst>
          </p:cNvPr>
          <p:cNvSpPr>
            <a:spLocks noGrp="1"/>
          </p:cNvSpPr>
          <p:nvPr>
            <p:ph type="dt" sz="half" idx="10"/>
          </p:nvPr>
        </p:nvSpPr>
        <p:spPr/>
        <p:txBody>
          <a:bodyPr/>
          <a:lstStyle/>
          <a:p>
            <a:fld id="{51EE0B41-5721-47EB-AFF6-48822518A5EC}" type="datetimeFigureOut">
              <a:rPr lang="en-IN" smtClean="0"/>
              <a:t>29-09-2024</a:t>
            </a:fld>
            <a:endParaRPr lang="en-IN"/>
          </a:p>
        </p:txBody>
      </p:sp>
      <p:sp>
        <p:nvSpPr>
          <p:cNvPr id="6" name="Footer Placeholder 5">
            <a:extLst>
              <a:ext uri="{FF2B5EF4-FFF2-40B4-BE49-F238E27FC236}">
                <a16:creationId xmlns:a16="http://schemas.microsoft.com/office/drawing/2014/main" id="{83F66DE6-A156-E5F2-CF6D-C267B9B98E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E54CDC-F4FA-18D7-2BDD-1A17D291A144}"/>
              </a:ext>
            </a:extLst>
          </p:cNvPr>
          <p:cNvSpPr>
            <a:spLocks noGrp="1"/>
          </p:cNvSpPr>
          <p:nvPr>
            <p:ph type="sldNum" sz="quarter" idx="12"/>
          </p:nvPr>
        </p:nvSpPr>
        <p:spPr/>
        <p:txBody>
          <a:bodyPr/>
          <a:lstStyle/>
          <a:p>
            <a:fld id="{906F483A-646B-43BF-97EF-C4148F22F9CA}" type="slidenum">
              <a:rPr lang="en-IN" smtClean="0"/>
              <a:t>‹#›</a:t>
            </a:fld>
            <a:endParaRPr lang="en-IN"/>
          </a:p>
        </p:txBody>
      </p:sp>
    </p:spTree>
    <p:extLst>
      <p:ext uri="{BB962C8B-B14F-4D97-AF65-F5344CB8AC3E}">
        <p14:creationId xmlns:p14="http://schemas.microsoft.com/office/powerpoint/2010/main" val="38271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B9732-49CD-10CA-8868-91D4082FD9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69198F-3F42-236C-4AE9-61E4762AA1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D867767-8088-10E3-700F-C2B46D05CF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DDB4B2-6F32-5DD0-BB0E-FBCA3860022F}"/>
              </a:ext>
            </a:extLst>
          </p:cNvPr>
          <p:cNvSpPr>
            <a:spLocks noGrp="1"/>
          </p:cNvSpPr>
          <p:nvPr>
            <p:ph type="dt" sz="half" idx="10"/>
          </p:nvPr>
        </p:nvSpPr>
        <p:spPr/>
        <p:txBody>
          <a:bodyPr/>
          <a:lstStyle/>
          <a:p>
            <a:fld id="{51EE0B41-5721-47EB-AFF6-48822518A5EC}" type="datetimeFigureOut">
              <a:rPr lang="en-IN" smtClean="0"/>
              <a:t>29-09-2024</a:t>
            </a:fld>
            <a:endParaRPr lang="en-IN"/>
          </a:p>
        </p:txBody>
      </p:sp>
      <p:sp>
        <p:nvSpPr>
          <p:cNvPr id="6" name="Footer Placeholder 5">
            <a:extLst>
              <a:ext uri="{FF2B5EF4-FFF2-40B4-BE49-F238E27FC236}">
                <a16:creationId xmlns:a16="http://schemas.microsoft.com/office/drawing/2014/main" id="{B60689BA-4A05-FD62-D81D-8BD3740A64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395ECF-E59F-FA1B-1A9B-F69E22A388FE}"/>
              </a:ext>
            </a:extLst>
          </p:cNvPr>
          <p:cNvSpPr>
            <a:spLocks noGrp="1"/>
          </p:cNvSpPr>
          <p:nvPr>
            <p:ph type="sldNum" sz="quarter" idx="12"/>
          </p:nvPr>
        </p:nvSpPr>
        <p:spPr/>
        <p:txBody>
          <a:bodyPr/>
          <a:lstStyle/>
          <a:p>
            <a:fld id="{906F483A-646B-43BF-97EF-C4148F22F9CA}" type="slidenum">
              <a:rPr lang="en-IN" smtClean="0"/>
              <a:t>‹#›</a:t>
            </a:fld>
            <a:endParaRPr lang="en-IN"/>
          </a:p>
        </p:txBody>
      </p:sp>
    </p:spTree>
    <p:extLst>
      <p:ext uri="{BB962C8B-B14F-4D97-AF65-F5344CB8AC3E}">
        <p14:creationId xmlns:p14="http://schemas.microsoft.com/office/powerpoint/2010/main" val="2864598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B2205-30ED-479E-E869-5921E1E89CD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263355-6702-AE5F-A2BE-028C206F8F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C192ED-5CFC-E7DA-CD2D-7B76001B9266}"/>
              </a:ext>
            </a:extLst>
          </p:cNvPr>
          <p:cNvSpPr>
            <a:spLocks noGrp="1"/>
          </p:cNvSpPr>
          <p:nvPr>
            <p:ph type="dt" sz="half" idx="10"/>
          </p:nvPr>
        </p:nvSpPr>
        <p:spPr/>
        <p:txBody>
          <a:bodyPr/>
          <a:lstStyle/>
          <a:p>
            <a:fld id="{51EE0B41-5721-47EB-AFF6-48822518A5EC}" type="datetimeFigureOut">
              <a:rPr lang="en-IN" smtClean="0"/>
              <a:t>29-09-2024</a:t>
            </a:fld>
            <a:endParaRPr lang="en-IN"/>
          </a:p>
        </p:txBody>
      </p:sp>
      <p:sp>
        <p:nvSpPr>
          <p:cNvPr id="5" name="Footer Placeholder 4">
            <a:extLst>
              <a:ext uri="{FF2B5EF4-FFF2-40B4-BE49-F238E27FC236}">
                <a16:creationId xmlns:a16="http://schemas.microsoft.com/office/drawing/2014/main" id="{7D46DDD6-107E-AC0C-99A6-D10D3AE1EE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38A4B2-47C3-8BF0-5988-B62EA2A0C5A5}"/>
              </a:ext>
            </a:extLst>
          </p:cNvPr>
          <p:cNvSpPr>
            <a:spLocks noGrp="1"/>
          </p:cNvSpPr>
          <p:nvPr>
            <p:ph type="sldNum" sz="quarter" idx="12"/>
          </p:nvPr>
        </p:nvSpPr>
        <p:spPr/>
        <p:txBody>
          <a:bodyPr/>
          <a:lstStyle/>
          <a:p>
            <a:fld id="{906F483A-646B-43BF-97EF-C4148F22F9CA}" type="slidenum">
              <a:rPr lang="en-IN" smtClean="0"/>
              <a:t>‹#›</a:t>
            </a:fld>
            <a:endParaRPr lang="en-IN"/>
          </a:p>
        </p:txBody>
      </p:sp>
    </p:spTree>
    <p:extLst>
      <p:ext uri="{BB962C8B-B14F-4D97-AF65-F5344CB8AC3E}">
        <p14:creationId xmlns:p14="http://schemas.microsoft.com/office/powerpoint/2010/main" val="3258803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6E82CF-7767-FF9A-6C31-628D824A8B0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CF9818-C2B7-F019-0F3C-884D29F9E7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B65D77-CBAE-ACCE-0CC5-85BF648577A0}"/>
              </a:ext>
            </a:extLst>
          </p:cNvPr>
          <p:cNvSpPr>
            <a:spLocks noGrp="1"/>
          </p:cNvSpPr>
          <p:nvPr>
            <p:ph type="dt" sz="half" idx="10"/>
          </p:nvPr>
        </p:nvSpPr>
        <p:spPr/>
        <p:txBody>
          <a:bodyPr/>
          <a:lstStyle/>
          <a:p>
            <a:fld id="{51EE0B41-5721-47EB-AFF6-48822518A5EC}" type="datetimeFigureOut">
              <a:rPr lang="en-IN" smtClean="0"/>
              <a:t>29-09-2024</a:t>
            </a:fld>
            <a:endParaRPr lang="en-IN"/>
          </a:p>
        </p:txBody>
      </p:sp>
      <p:sp>
        <p:nvSpPr>
          <p:cNvPr id="5" name="Footer Placeholder 4">
            <a:extLst>
              <a:ext uri="{FF2B5EF4-FFF2-40B4-BE49-F238E27FC236}">
                <a16:creationId xmlns:a16="http://schemas.microsoft.com/office/drawing/2014/main" id="{5EB436B1-0A84-0F9A-99A1-97BFA6CFC8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FBF049-086D-5F44-CCEC-369169EC9EF0}"/>
              </a:ext>
            </a:extLst>
          </p:cNvPr>
          <p:cNvSpPr>
            <a:spLocks noGrp="1"/>
          </p:cNvSpPr>
          <p:nvPr>
            <p:ph type="sldNum" sz="quarter" idx="12"/>
          </p:nvPr>
        </p:nvSpPr>
        <p:spPr/>
        <p:txBody>
          <a:bodyPr/>
          <a:lstStyle/>
          <a:p>
            <a:fld id="{906F483A-646B-43BF-97EF-C4148F22F9CA}" type="slidenum">
              <a:rPr lang="en-IN" smtClean="0"/>
              <a:t>‹#›</a:t>
            </a:fld>
            <a:endParaRPr lang="en-IN"/>
          </a:p>
        </p:txBody>
      </p:sp>
    </p:spTree>
    <p:extLst>
      <p:ext uri="{BB962C8B-B14F-4D97-AF65-F5344CB8AC3E}">
        <p14:creationId xmlns:p14="http://schemas.microsoft.com/office/powerpoint/2010/main" val="2067505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FCF16A-F150-A3F2-82B6-D30F71CDCB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9CC1F2-F411-6889-62F5-EA19EA0871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B69130-78E9-2F0D-B0ED-1AB04FBF62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EE0B41-5721-47EB-AFF6-48822518A5EC}" type="datetimeFigureOut">
              <a:rPr lang="en-IN" smtClean="0"/>
              <a:t>29-09-2024</a:t>
            </a:fld>
            <a:endParaRPr lang="en-IN"/>
          </a:p>
        </p:txBody>
      </p:sp>
      <p:sp>
        <p:nvSpPr>
          <p:cNvPr id="5" name="Footer Placeholder 4">
            <a:extLst>
              <a:ext uri="{FF2B5EF4-FFF2-40B4-BE49-F238E27FC236}">
                <a16:creationId xmlns:a16="http://schemas.microsoft.com/office/drawing/2014/main" id="{20FF545B-F968-C732-2E53-33482306D1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428F524-6059-128B-4802-9023625D9B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6F483A-646B-43BF-97EF-C4148F22F9CA}" type="slidenum">
              <a:rPr lang="en-IN" smtClean="0"/>
              <a:t>‹#›</a:t>
            </a:fld>
            <a:endParaRPr lang="en-IN"/>
          </a:p>
        </p:txBody>
      </p:sp>
    </p:spTree>
    <p:extLst>
      <p:ext uri="{BB962C8B-B14F-4D97-AF65-F5344CB8AC3E}">
        <p14:creationId xmlns:p14="http://schemas.microsoft.com/office/powerpoint/2010/main" val="2391197597"/>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E03AB-24E6-5102-78A4-B9A9D844AF3C}"/>
              </a:ext>
            </a:extLst>
          </p:cNvPr>
          <p:cNvSpPr>
            <a:spLocks noGrp="1"/>
          </p:cNvSpPr>
          <p:nvPr>
            <p:ph type="ctrTitle"/>
          </p:nvPr>
        </p:nvSpPr>
        <p:spPr>
          <a:xfrm>
            <a:off x="1616696" y="-245096"/>
            <a:ext cx="8920900" cy="1357459"/>
          </a:xfrm>
        </p:spPr>
        <p:txBody>
          <a:bodyPr>
            <a:normAutofit/>
          </a:bodyPr>
          <a:lstStyle/>
          <a:p>
            <a:r>
              <a:rPr lang="en-IN" sz="2400" b="1" dirty="0">
                <a:effectLst/>
                <a:latin typeface="+mn-lt"/>
                <a:ea typeface="Calibri" panose="020F0502020204030204" pitchFamily="34" charset="0"/>
                <a:cs typeface="Times New Roman" panose="02020603050405020304" pitchFamily="18" charset="0"/>
              </a:rPr>
              <a:t>Real Life Situation:  Kids School Selection for Admission</a:t>
            </a:r>
            <a:endParaRPr lang="en-IN" dirty="0"/>
          </a:p>
        </p:txBody>
      </p:sp>
      <p:sp>
        <p:nvSpPr>
          <p:cNvPr id="3" name="Subtitle 2">
            <a:extLst>
              <a:ext uri="{FF2B5EF4-FFF2-40B4-BE49-F238E27FC236}">
                <a16:creationId xmlns:a16="http://schemas.microsoft.com/office/drawing/2014/main" id="{CC4E89D5-6375-E079-BECD-73EE1194EC79}"/>
              </a:ext>
            </a:extLst>
          </p:cNvPr>
          <p:cNvSpPr>
            <a:spLocks noGrp="1"/>
          </p:cNvSpPr>
          <p:nvPr>
            <p:ph type="subTitle" idx="1"/>
          </p:nvPr>
        </p:nvSpPr>
        <p:spPr>
          <a:xfrm>
            <a:off x="1294614" y="1715678"/>
            <a:ext cx="9565064" cy="4392891"/>
          </a:xfrm>
        </p:spPr>
        <p:txBody>
          <a:bodyPr>
            <a:normAutofit fontScale="62500" lnSpcReduction="20000"/>
          </a:bodyPr>
          <a:lstStyle/>
          <a:p>
            <a:pPr marL="342900" indent="-342900" algn="l">
              <a:lnSpc>
                <a:spcPct val="107000"/>
              </a:lnSpc>
              <a:spcAft>
                <a:spcPts val="800"/>
              </a:spcAft>
              <a:buFont typeface="Wingdings" panose="05000000000000000000" pitchFamily="2" charset="2"/>
              <a:buChar char="v"/>
            </a:pPr>
            <a:r>
              <a:rPr lang="en-IN" sz="2400" b="1" dirty="0">
                <a:effectLst/>
                <a:ea typeface="Calibri" panose="020F0502020204030204" pitchFamily="34" charset="0"/>
                <a:cs typeface="Times New Roman" panose="02020603050405020304" pitchFamily="18" charset="0"/>
              </a:rPr>
              <a:t>Description: </a:t>
            </a:r>
            <a:r>
              <a:rPr lang="en-IN" sz="2400" dirty="0">
                <a:effectLst/>
                <a:ea typeface="Calibri" panose="020F0502020204030204" pitchFamily="34" charset="0"/>
                <a:cs typeface="Times New Roman" panose="02020603050405020304" pitchFamily="18" charset="0"/>
              </a:rPr>
              <a:t>Looking out for kids schools to make admission. </a:t>
            </a:r>
          </a:p>
          <a:p>
            <a:pPr marL="342900" indent="-342900" algn="l">
              <a:lnSpc>
                <a:spcPct val="107000"/>
              </a:lnSpc>
              <a:spcAft>
                <a:spcPts val="800"/>
              </a:spcAft>
              <a:buFont typeface="Wingdings" panose="05000000000000000000" pitchFamily="2" charset="2"/>
              <a:buChar char="Ø"/>
            </a:pPr>
            <a:r>
              <a:rPr lang="en-IN" sz="2400" b="1" dirty="0">
                <a:effectLst/>
                <a:ea typeface="Calibri" panose="020F0502020204030204" pitchFamily="34" charset="0"/>
                <a:cs typeface="Times New Roman" panose="02020603050405020304" pitchFamily="18" charset="0"/>
              </a:rPr>
              <a:t>Plan: </a:t>
            </a:r>
            <a:r>
              <a:rPr lang="en-IN" sz="2400" dirty="0">
                <a:effectLst/>
                <a:ea typeface="Calibri" panose="020F0502020204030204" pitchFamily="34" charset="0"/>
                <a:cs typeface="Times New Roman" panose="02020603050405020304" pitchFamily="18" charset="0"/>
              </a:rPr>
              <a:t>We first need to check the education board, school environment, infrastructure, fee budget, Location of school we need.</a:t>
            </a:r>
          </a:p>
          <a:p>
            <a:pPr marL="342900" indent="-342900" algn="l">
              <a:lnSpc>
                <a:spcPct val="107000"/>
              </a:lnSpc>
              <a:spcAft>
                <a:spcPts val="800"/>
              </a:spcAft>
              <a:buFont typeface="Wingdings" panose="05000000000000000000" pitchFamily="2" charset="2"/>
              <a:buChar char="Ø"/>
            </a:pPr>
            <a:r>
              <a:rPr lang="en-IN" sz="2400" b="1" dirty="0">
                <a:effectLst/>
                <a:ea typeface="Calibri" panose="020F0502020204030204" pitchFamily="34" charset="0"/>
                <a:cs typeface="Times New Roman" panose="02020603050405020304" pitchFamily="18" charset="0"/>
              </a:rPr>
              <a:t>Prepare: </a:t>
            </a:r>
            <a:r>
              <a:rPr lang="en-IN" sz="2400" dirty="0">
                <a:effectLst/>
                <a:ea typeface="Calibri" panose="020F0502020204030204" pitchFamily="34" charset="0"/>
                <a:cs typeface="Times New Roman" panose="02020603050405020304" pitchFamily="18" charset="0"/>
              </a:rPr>
              <a:t>Next will gather list of schools available near house </a:t>
            </a:r>
            <a:r>
              <a:rPr lang="en-IN" dirty="0">
                <a:ea typeface="Calibri" panose="020F0502020204030204" pitchFamily="34" charset="0"/>
                <a:cs typeface="Times New Roman" panose="02020603050405020304" pitchFamily="18" charset="0"/>
              </a:rPr>
              <a:t>from different sources based on our requirements.  </a:t>
            </a:r>
            <a:endParaRPr lang="en-IN" sz="2400" dirty="0">
              <a:effectLst/>
              <a:ea typeface="Calibri" panose="020F0502020204030204" pitchFamily="34" charset="0"/>
              <a:cs typeface="Times New Roman" panose="02020603050405020304" pitchFamily="18" charset="0"/>
            </a:endParaRPr>
          </a:p>
          <a:p>
            <a:pPr marL="342900" indent="-342900" algn="l">
              <a:lnSpc>
                <a:spcPct val="107000"/>
              </a:lnSpc>
              <a:spcAft>
                <a:spcPts val="800"/>
              </a:spcAft>
              <a:buFont typeface="Wingdings" panose="05000000000000000000" pitchFamily="2" charset="2"/>
              <a:buChar char="Ø"/>
            </a:pPr>
            <a:r>
              <a:rPr lang="en-IN" sz="2400" b="1" dirty="0">
                <a:effectLst/>
                <a:ea typeface="Calibri" panose="020F0502020204030204" pitchFamily="34" charset="0"/>
                <a:cs typeface="Times New Roman" panose="02020603050405020304" pitchFamily="18" charset="0"/>
              </a:rPr>
              <a:t>Process: </a:t>
            </a:r>
            <a:r>
              <a:rPr lang="en-IN" sz="2400" dirty="0">
                <a:effectLst/>
                <a:ea typeface="Calibri" panose="020F0502020204030204" pitchFamily="34" charset="0"/>
                <a:cs typeface="Times New Roman" panose="02020603050405020304" pitchFamily="18" charset="0"/>
              </a:rPr>
              <a:t>Based on the past performance of the school and academic results and connectivity to school  will select few schools .</a:t>
            </a:r>
          </a:p>
          <a:p>
            <a:pPr marL="342900" indent="-342900" algn="l">
              <a:lnSpc>
                <a:spcPct val="107000"/>
              </a:lnSpc>
              <a:spcAft>
                <a:spcPts val="800"/>
              </a:spcAft>
              <a:buFont typeface="Wingdings" panose="05000000000000000000" pitchFamily="2" charset="2"/>
              <a:buChar char="Ø"/>
            </a:pPr>
            <a:r>
              <a:rPr lang="en-IN" sz="2400" b="1" dirty="0" err="1">
                <a:effectLst/>
                <a:ea typeface="Calibri" panose="020F0502020204030204" pitchFamily="34" charset="0"/>
                <a:cs typeface="Times New Roman" panose="02020603050405020304" pitchFamily="18" charset="0"/>
              </a:rPr>
              <a:t>Analyze</a:t>
            </a:r>
            <a:r>
              <a:rPr lang="en-IN" sz="2400" b="1" dirty="0">
                <a:effectLst/>
                <a:ea typeface="Calibri" panose="020F0502020204030204" pitchFamily="34" charset="0"/>
                <a:cs typeface="Times New Roman" panose="02020603050405020304" pitchFamily="18" charset="0"/>
              </a:rPr>
              <a:t>: </a:t>
            </a:r>
            <a:r>
              <a:rPr lang="en-IN" sz="2400" dirty="0">
                <a:effectLst/>
                <a:ea typeface="Calibri" panose="020F0502020204030204" pitchFamily="34" charset="0"/>
                <a:cs typeface="Times New Roman" panose="02020603050405020304" pitchFamily="18" charset="0"/>
              </a:rPr>
              <a:t>Next will </a:t>
            </a:r>
            <a:r>
              <a:rPr lang="en-IN" sz="2400" dirty="0" err="1">
                <a:effectLst/>
                <a:ea typeface="Calibri" panose="020F0502020204030204" pitchFamily="34" charset="0"/>
                <a:cs typeface="Times New Roman" panose="02020603050405020304" pitchFamily="18" charset="0"/>
              </a:rPr>
              <a:t>analyze</a:t>
            </a:r>
            <a:r>
              <a:rPr lang="en-IN" sz="2400" dirty="0">
                <a:effectLst/>
                <a:ea typeface="Calibri" panose="020F0502020204030204" pitchFamily="34" charset="0"/>
                <a:cs typeface="Times New Roman" panose="02020603050405020304" pitchFamily="18" charset="0"/>
              </a:rPr>
              <a:t> each selected school by there academic results, distance from my house, transport facility, safety measures, extra-curricular activities, fee structure, method of teaching, Parents feedback.</a:t>
            </a:r>
          </a:p>
          <a:p>
            <a:pPr marL="342900" indent="-342900" algn="l">
              <a:lnSpc>
                <a:spcPct val="107000"/>
              </a:lnSpc>
              <a:spcAft>
                <a:spcPts val="800"/>
              </a:spcAft>
              <a:buFont typeface="Wingdings" panose="05000000000000000000" pitchFamily="2" charset="2"/>
              <a:buChar char="Ø"/>
            </a:pPr>
            <a:r>
              <a:rPr lang="en-IN" sz="2400" b="1" dirty="0">
                <a:effectLst/>
                <a:ea typeface="Calibri" panose="020F0502020204030204" pitchFamily="34" charset="0"/>
                <a:cs typeface="Times New Roman" panose="02020603050405020304" pitchFamily="18" charset="0"/>
              </a:rPr>
              <a:t>Share: </a:t>
            </a:r>
            <a:r>
              <a:rPr lang="en-IN" sz="2400" dirty="0">
                <a:effectLst/>
                <a:ea typeface="Calibri" panose="020F0502020204030204" pitchFamily="34" charset="0"/>
                <a:cs typeface="Times New Roman" panose="02020603050405020304" pitchFamily="18" charset="0"/>
              </a:rPr>
              <a:t>Next will filter out the major requirements and approach the schools to further communicate and discuss to make admission in best school within the budget and further negotiate on fee payment methods.</a:t>
            </a:r>
          </a:p>
          <a:p>
            <a:pPr marL="342900" indent="-342900" algn="l">
              <a:lnSpc>
                <a:spcPct val="107000"/>
              </a:lnSpc>
              <a:spcAft>
                <a:spcPts val="800"/>
              </a:spcAft>
              <a:buFont typeface="Wingdings" panose="05000000000000000000" pitchFamily="2" charset="2"/>
              <a:buChar char="Ø"/>
            </a:pPr>
            <a:r>
              <a:rPr lang="en-IN" sz="2400" dirty="0">
                <a:effectLst/>
                <a:ea typeface="Calibri" panose="020F0502020204030204" pitchFamily="34" charset="0"/>
                <a:cs typeface="Times New Roman" panose="02020603050405020304" pitchFamily="18" charset="0"/>
              </a:rPr>
              <a:t> </a:t>
            </a:r>
            <a:r>
              <a:rPr lang="en-IN" sz="2400" b="1" dirty="0">
                <a:effectLst/>
                <a:ea typeface="Calibri" panose="020F0502020204030204" pitchFamily="34" charset="0"/>
                <a:cs typeface="Times New Roman" panose="02020603050405020304" pitchFamily="18" charset="0"/>
              </a:rPr>
              <a:t>Act: </a:t>
            </a:r>
            <a:r>
              <a:rPr lang="en-IN" sz="2400" dirty="0">
                <a:effectLst/>
                <a:ea typeface="Calibri" panose="020F0502020204030204" pitchFamily="34" charset="0"/>
                <a:cs typeface="Times New Roman" panose="02020603050405020304" pitchFamily="18" charset="0"/>
              </a:rPr>
              <a:t>Finally decide one school to make admission within budget and safety of kid.</a:t>
            </a:r>
          </a:p>
          <a:p>
            <a:endParaRPr lang="en-IN" dirty="0"/>
          </a:p>
        </p:txBody>
      </p:sp>
    </p:spTree>
    <p:extLst>
      <p:ext uri="{BB962C8B-B14F-4D97-AF65-F5344CB8AC3E}">
        <p14:creationId xmlns:p14="http://schemas.microsoft.com/office/powerpoint/2010/main" val="3805655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38AE3390-293A-9DDA-E39C-6668CDD70913}"/>
              </a:ext>
            </a:extLst>
          </p:cNvPr>
          <p:cNvGraphicFramePr/>
          <p:nvPr>
            <p:extLst>
              <p:ext uri="{D42A27DB-BD31-4B8C-83A1-F6EECF244321}">
                <p14:modId xmlns:p14="http://schemas.microsoft.com/office/powerpoint/2010/main" val="3155298431"/>
              </p:ext>
            </p:extLst>
          </p:nvPr>
        </p:nvGraphicFramePr>
        <p:xfrm>
          <a:off x="263951" y="292231"/>
          <a:ext cx="11547835" cy="61274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FCA43BA6-83DC-D6E9-D671-1DBDB7EA48D5}"/>
              </a:ext>
            </a:extLst>
          </p:cNvPr>
          <p:cNvSpPr txBox="1"/>
          <p:nvPr/>
        </p:nvSpPr>
        <p:spPr>
          <a:xfrm>
            <a:off x="3120273" y="226492"/>
            <a:ext cx="4817097" cy="461665"/>
          </a:xfrm>
          <a:prstGeom prst="rect">
            <a:avLst/>
          </a:prstGeom>
          <a:noFill/>
        </p:spPr>
        <p:txBody>
          <a:bodyPr wrap="square">
            <a:spAutoFit/>
          </a:bodyPr>
          <a:lstStyle/>
          <a:p>
            <a:r>
              <a:rPr lang="en-IN" sz="2400" b="1" kern="1200" dirty="0"/>
              <a:t>Linking With Data Analytics Process</a:t>
            </a:r>
            <a:endParaRPr lang="en-IN" sz="2400" b="1" dirty="0"/>
          </a:p>
        </p:txBody>
      </p:sp>
      <p:graphicFrame>
        <p:nvGraphicFramePr>
          <p:cNvPr id="12" name="Diagram 11">
            <a:extLst>
              <a:ext uri="{FF2B5EF4-FFF2-40B4-BE49-F238E27FC236}">
                <a16:creationId xmlns:a16="http://schemas.microsoft.com/office/drawing/2014/main" id="{3F7ABBE1-6245-AB5E-E6C4-7A59DF0ABC19}"/>
              </a:ext>
            </a:extLst>
          </p:cNvPr>
          <p:cNvGraphicFramePr/>
          <p:nvPr>
            <p:extLst>
              <p:ext uri="{D42A27DB-BD31-4B8C-83A1-F6EECF244321}">
                <p14:modId xmlns:p14="http://schemas.microsoft.com/office/powerpoint/2010/main" val="2608823517"/>
              </p:ext>
            </p:extLst>
          </p:nvPr>
        </p:nvGraphicFramePr>
        <p:xfrm>
          <a:off x="0" y="886120"/>
          <a:ext cx="12094589" cy="577863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896127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17</TotalTime>
  <Words>381</Words>
  <Application>Microsoft Office PowerPoint</Application>
  <PresentationFormat>Widescreen</PresentationFormat>
  <Paragraphs>15</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Wingdings</vt:lpstr>
      <vt:lpstr>Office Theme</vt:lpstr>
      <vt:lpstr>Real Life Situation:  Kids School Selection for Admission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jaishree shivanaikar</dc:creator>
  <cp:lastModifiedBy>jaishree shivanaikar</cp:lastModifiedBy>
  <cp:revision>2</cp:revision>
  <dcterms:created xsi:type="dcterms:W3CDTF">2024-09-26T19:49:39Z</dcterms:created>
  <dcterms:modified xsi:type="dcterms:W3CDTF">2024-09-28T19:06:59Z</dcterms:modified>
</cp:coreProperties>
</file>